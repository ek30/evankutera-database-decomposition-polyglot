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58" r:id="rId4"/>
    <p:sldId id="259" r:id="rId5"/>
    <p:sldId id="272" r:id="rId6"/>
    <p:sldId id="260" r:id="rId7"/>
    <p:sldId id="273" r:id="rId8"/>
    <p:sldId id="274" r:id="rId9"/>
    <p:sldId id="261" r:id="rId10"/>
    <p:sldId id="262" r:id="rId11"/>
    <p:sldId id="275" r:id="rId12"/>
    <p:sldId id="263" r:id="rId13"/>
    <p:sldId id="264" r:id="rId14"/>
    <p:sldId id="265" r:id="rId15"/>
    <p:sldId id="266" r:id="rId16"/>
    <p:sldId id="276" r:id="rId17"/>
    <p:sldId id="267" r:id="rId18"/>
    <p:sldId id="268" r:id="rId19"/>
    <p:sldId id="277" r:id="rId20"/>
    <p:sldId id="278" r:id="rId21"/>
    <p:sldId id="269" r:id="rId22"/>
    <p:sldId id="27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C6DA45-ABDA-4637-8D8A-65E235703FA0}" v="22" dt="2026-10-22T12:18:14.477"/>
  </p1510:revLst>
</p1510:revInfo>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39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tera, Evan J" userId="6eaeeab0-d8f4-4b3c-b45f-1fba27b37feb" providerId="ADAL" clId="{D1C52843-BBCB-4FB3-B41F-A9ED6603DE9C}"/>
    <pc:docChg chg="undo custSel addSld delSld modSld modMainMaster">
      <pc:chgData name="Kutera, Evan J" userId="6eaeeab0-d8f4-4b3c-b45f-1fba27b37feb" providerId="ADAL" clId="{D1C52843-BBCB-4FB3-B41F-A9ED6603DE9C}" dt="2026-10-19T21:45:08.186" v="304" actId="20577"/>
      <pc:docMkLst>
        <pc:docMk/>
      </pc:docMkLst>
      <pc:sldChg chg="addSp delSp modSp mod delDesignElem">
        <pc:chgData name="Kutera, Evan J" userId="6eaeeab0-d8f4-4b3c-b45f-1fba27b37feb" providerId="ADAL" clId="{D1C52843-BBCB-4FB3-B41F-A9ED6603DE9C}" dt="2026-10-17T18:16:18.366" v="262" actId="26606"/>
        <pc:sldMkLst>
          <pc:docMk/>
          <pc:sldMk cId="2484160709" sldId="256"/>
        </pc:sldMkLst>
        <pc:spChg chg="mod">
          <ac:chgData name="Kutera, Evan J" userId="6eaeeab0-d8f4-4b3c-b45f-1fba27b37feb" providerId="ADAL" clId="{D1C52843-BBCB-4FB3-B41F-A9ED6603DE9C}" dt="2026-10-17T18:16:18.366" v="262" actId="26606"/>
          <ac:spMkLst>
            <pc:docMk/>
            <pc:sldMk cId="2484160709" sldId="256"/>
            <ac:spMk id="2" creationId="{2CBDDFDE-6FDF-712A-7071-DF38A180470A}"/>
          </ac:spMkLst>
        </pc:spChg>
        <pc:spChg chg="mod">
          <ac:chgData name="Kutera, Evan J" userId="6eaeeab0-d8f4-4b3c-b45f-1fba27b37feb" providerId="ADAL" clId="{D1C52843-BBCB-4FB3-B41F-A9ED6603DE9C}" dt="2026-10-17T18:16:18.366" v="262" actId="26606"/>
          <ac:spMkLst>
            <pc:docMk/>
            <pc:sldMk cId="2484160709" sldId="256"/>
            <ac:spMk id="3" creationId="{19A7BED0-59D7-621B-43F3-BE2EA6E78BE2}"/>
          </ac:spMkLst>
        </pc:spChg>
        <pc:spChg chg="add">
          <ac:chgData name="Kutera, Evan J" userId="6eaeeab0-d8f4-4b3c-b45f-1fba27b37feb" providerId="ADAL" clId="{D1C52843-BBCB-4FB3-B41F-A9ED6603DE9C}" dt="2026-10-17T18:16:18.366" v="262" actId="26606"/>
          <ac:spMkLst>
            <pc:docMk/>
            <pc:sldMk cId="2484160709" sldId="256"/>
            <ac:spMk id="10" creationId="{DEC9835E-03D3-4D0F-9408-14C8B62C0FB1}"/>
          </ac:spMkLst>
        </pc:spChg>
        <pc:picChg chg="mod">
          <ac:chgData name="Kutera, Evan J" userId="6eaeeab0-d8f4-4b3c-b45f-1fba27b37feb" providerId="ADAL" clId="{D1C52843-BBCB-4FB3-B41F-A9ED6603DE9C}" dt="2026-10-17T18:16:18.366" v="262" actId="26606"/>
          <ac:picMkLst>
            <pc:docMk/>
            <pc:sldMk cId="2484160709" sldId="256"/>
            <ac:picMk id="5" creationId="{2508F41E-EF75-D040-681B-62CFC61622EA}"/>
          </ac:picMkLst>
        </pc:picChg>
      </pc:sldChg>
      <pc:sldChg chg="addSp delSp modSp delDesignElem">
        <pc:chgData name="Kutera, Evan J" userId="6eaeeab0-d8f4-4b3c-b45f-1fba27b37feb" providerId="ADAL" clId="{D1C52843-BBCB-4FB3-B41F-A9ED6603DE9C}" dt="2026-10-17T18:15:40.149" v="260"/>
        <pc:sldMkLst>
          <pc:docMk/>
          <pc:sldMk cId="782505369" sldId="257"/>
        </pc:sldMkLst>
        <pc:spChg chg="mod">
          <ac:chgData name="Kutera, Evan J" userId="6eaeeab0-d8f4-4b3c-b45f-1fba27b37feb" providerId="ADAL" clId="{D1C52843-BBCB-4FB3-B41F-A9ED6603DE9C}" dt="2026-10-10T17:36:35.668" v="1"/>
          <ac:spMkLst>
            <pc:docMk/>
            <pc:sldMk cId="782505369" sldId="257"/>
            <ac:spMk id="2" creationId="{39137BFA-3CDF-BB14-CE39-4B4144996D3E}"/>
          </ac:spMkLst>
        </pc:spChg>
        <pc:spChg chg="mod">
          <ac:chgData name="Kutera, Evan J" userId="6eaeeab0-d8f4-4b3c-b45f-1fba27b37feb" providerId="ADAL" clId="{D1C52843-BBCB-4FB3-B41F-A9ED6603DE9C}" dt="2026-10-10T17:36:35.668" v="1"/>
          <ac:spMkLst>
            <pc:docMk/>
            <pc:sldMk cId="782505369" sldId="257"/>
            <ac:spMk id="3" creationId="{8A23BF5C-38CE-DEC0-BBED-BDA014D4BB6E}"/>
          </ac:spMkLst>
        </pc:spChg>
        <pc:spChg chg="add del">
          <ac:chgData name="Kutera, Evan J" userId="6eaeeab0-d8f4-4b3c-b45f-1fba27b37feb" providerId="ADAL" clId="{D1C52843-BBCB-4FB3-B41F-A9ED6603DE9C}" dt="2026-10-17T18:15:40.149" v="260"/>
          <ac:spMkLst>
            <pc:docMk/>
            <pc:sldMk cId="782505369" sldId="257"/>
            <ac:spMk id="10" creationId="{C8A3C342-1D03-412F-8DD3-BF519E8E0AE9}"/>
          </ac:spMkLst>
        </pc:spChg>
        <pc:spChg chg="add del">
          <ac:chgData name="Kutera, Evan J" userId="6eaeeab0-d8f4-4b3c-b45f-1fba27b37feb" providerId="ADAL" clId="{D1C52843-BBCB-4FB3-B41F-A9ED6603DE9C}" dt="2026-10-17T18:15:40.149" v="260"/>
          <ac:spMkLst>
            <pc:docMk/>
            <pc:sldMk cId="782505369" sldId="257"/>
            <ac:spMk id="12" creationId="{81CC9B02-E087-4350-AEBD-2C3CF001AF01}"/>
          </ac:spMkLst>
        </pc:spChg>
        <pc:spChg chg="add del">
          <ac:chgData name="Kutera, Evan J" userId="6eaeeab0-d8f4-4b3c-b45f-1fba27b37feb" providerId="ADAL" clId="{D1C52843-BBCB-4FB3-B41F-A9ED6603DE9C}" dt="2026-10-17T18:15:40.149" v="260"/>
          <ac:spMkLst>
            <pc:docMk/>
            <pc:sldMk cId="782505369" sldId="257"/>
            <ac:spMk id="14" creationId="{AC3BF0FA-36FA-4CE9-840E-F7C3A8F168B5}"/>
          </ac:spMkLst>
        </pc:spChg>
        <pc:spChg chg="add del">
          <ac:chgData name="Kutera, Evan J" userId="6eaeeab0-d8f4-4b3c-b45f-1fba27b37feb" providerId="ADAL" clId="{D1C52843-BBCB-4FB3-B41F-A9ED6603DE9C}" dt="2026-10-17T18:15:40.149" v="260"/>
          <ac:spMkLst>
            <pc:docMk/>
            <pc:sldMk cId="782505369" sldId="257"/>
            <ac:spMk id="16" creationId="{D6F18ACE-6E82-4ADC-8A2F-A1771B309B16}"/>
          </ac:spMkLst>
        </pc:spChg>
      </pc:sldChg>
      <pc:sldChg chg="addSp delSp modSp delDesignElem">
        <pc:chgData name="Kutera, Evan J" userId="6eaeeab0-d8f4-4b3c-b45f-1fba27b37feb" providerId="ADAL" clId="{D1C52843-BBCB-4FB3-B41F-A9ED6603DE9C}" dt="2026-10-17T18:15:40.149" v="260"/>
        <pc:sldMkLst>
          <pc:docMk/>
          <pc:sldMk cId="1638876283" sldId="258"/>
        </pc:sldMkLst>
        <pc:spChg chg="mod">
          <ac:chgData name="Kutera, Evan J" userId="6eaeeab0-d8f4-4b3c-b45f-1fba27b37feb" providerId="ADAL" clId="{D1C52843-BBCB-4FB3-B41F-A9ED6603DE9C}" dt="2026-10-10T17:36:35.668" v="1"/>
          <ac:spMkLst>
            <pc:docMk/>
            <pc:sldMk cId="1638876283" sldId="258"/>
            <ac:spMk id="2" creationId="{87FF9CC9-AE35-F489-D571-1FC9AE3F4608}"/>
          </ac:spMkLst>
        </pc:spChg>
        <pc:spChg chg="mod">
          <ac:chgData name="Kutera, Evan J" userId="6eaeeab0-d8f4-4b3c-b45f-1fba27b37feb" providerId="ADAL" clId="{D1C52843-BBCB-4FB3-B41F-A9ED6603DE9C}" dt="2026-10-10T17:36:35.668" v="1"/>
          <ac:spMkLst>
            <pc:docMk/>
            <pc:sldMk cId="1638876283" sldId="258"/>
            <ac:spMk id="3" creationId="{350819F9-9027-0822-5A82-BE24DED979FF}"/>
          </ac:spMkLst>
        </pc:spChg>
        <pc:spChg chg="add del">
          <ac:chgData name="Kutera, Evan J" userId="6eaeeab0-d8f4-4b3c-b45f-1fba27b37feb" providerId="ADAL" clId="{D1C52843-BBCB-4FB3-B41F-A9ED6603DE9C}" dt="2026-10-17T18:15:40.149" v="260"/>
          <ac:spMkLst>
            <pc:docMk/>
            <pc:sldMk cId="1638876283" sldId="258"/>
            <ac:spMk id="9" creationId="{C8A3C342-1D03-412F-8DD3-BF519E8E0AE9}"/>
          </ac:spMkLst>
        </pc:spChg>
        <pc:spChg chg="add del">
          <ac:chgData name="Kutera, Evan J" userId="6eaeeab0-d8f4-4b3c-b45f-1fba27b37feb" providerId="ADAL" clId="{D1C52843-BBCB-4FB3-B41F-A9ED6603DE9C}" dt="2026-10-17T18:15:40.149" v="260"/>
          <ac:spMkLst>
            <pc:docMk/>
            <pc:sldMk cId="1638876283" sldId="258"/>
            <ac:spMk id="11" creationId="{81CC9B02-E087-4350-AEBD-2C3CF001AF01}"/>
          </ac:spMkLst>
        </pc:spChg>
      </pc:sldChg>
      <pc:sldChg chg="addSp delSp modSp delDesignElem">
        <pc:chgData name="Kutera, Evan J" userId="6eaeeab0-d8f4-4b3c-b45f-1fba27b37feb" providerId="ADAL" clId="{D1C52843-BBCB-4FB3-B41F-A9ED6603DE9C}" dt="2026-10-17T18:15:40.149" v="260"/>
        <pc:sldMkLst>
          <pc:docMk/>
          <pc:sldMk cId="3962411067" sldId="259"/>
        </pc:sldMkLst>
        <pc:spChg chg="mod">
          <ac:chgData name="Kutera, Evan J" userId="6eaeeab0-d8f4-4b3c-b45f-1fba27b37feb" providerId="ADAL" clId="{D1C52843-BBCB-4FB3-B41F-A9ED6603DE9C}" dt="2026-10-10T17:36:35.668" v="1"/>
          <ac:spMkLst>
            <pc:docMk/>
            <pc:sldMk cId="3962411067" sldId="259"/>
            <ac:spMk id="2" creationId="{B9CD063B-8EEF-EB66-C8E6-5CE1491E947F}"/>
          </ac:spMkLst>
        </pc:spChg>
        <pc:spChg chg="mod">
          <ac:chgData name="Kutera, Evan J" userId="6eaeeab0-d8f4-4b3c-b45f-1fba27b37feb" providerId="ADAL" clId="{D1C52843-BBCB-4FB3-B41F-A9ED6603DE9C}" dt="2026-10-10T17:36:35.668" v="1"/>
          <ac:spMkLst>
            <pc:docMk/>
            <pc:sldMk cId="3962411067" sldId="259"/>
            <ac:spMk id="3" creationId="{D02807CC-7A22-D7C7-7A2E-1896999952CA}"/>
          </ac:spMkLst>
        </pc:spChg>
        <pc:spChg chg="add del">
          <ac:chgData name="Kutera, Evan J" userId="6eaeeab0-d8f4-4b3c-b45f-1fba27b37feb" providerId="ADAL" clId="{D1C52843-BBCB-4FB3-B41F-A9ED6603DE9C}" dt="2026-10-17T18:15:40.149" v="260"/>
          <ac:spMkLst>
            <pc:docMk/>
            <pc:sldMk cId="3962411067" sldId="259"/>
            <ac:spMk id="9" creationId="{4554089D-779D-46F6-81CB-EA9C12693944}"/>
          </ac:spMkLst>
        </pc:spChg>
      </pc:sldChg>
      <pc:sldChg chg="addSp delSp modSp mod delDesignElem chgLayout">
        <pc:chgData name="Kutera, Evan J" userId="6eaeeab0-d8f4-4b3c-b45f-1fba27b37feb" providerId="ADAL" clId="{D1C52843-BBCB-4FB3-B41F-A9ED6603DE9C}" dt="2026-10-19T21:34:44.859" v="275" actId="1076"/>
        <pc:sldMkLst>
          <pc:docMk/>
          <pc:sldMk cId="1389724034" sldId="260"/>
        </pc:sldMkLst>
        <pc:spChg chg="mod ord">
          <ac:chgData name="Kutera, Evan J" userId="6eaeeab0-d8f4-4b3c-b45f-1fba27b37feb" providerId="ADAL" clId="{D1C52843-BBCB-4FB3-B41F-A9ED6603DE9C}" dt="2026-10-17T17:54:38.576" v="158" actId="26606"/>
          <ac:spMkLst>
            <pc:docMk/>
            <pc:sldMk cId="1389724034" sldId="260"/>
            <ac:spMk id="2" creationId="{0D645A24-65EA-6DA8-050F-E485799C340E}"/>
          </ac:spMkLst>
        </pc:spChg>
        <pc:spChg chg="mod">
          <ac:chgData name="Kutera, Evan J" userId="6eaeeab0-d8f4-4b3c-b45f-1fba27b37feb" providerId="ADAL" clId="{D1C52843-BBCB-4FB3-B41F-A9ED6603DE9C}" dt="2026-10-17T17:53:35.998" v="149" actId="20577"/>
          <ac:spMkLst>
            <pc:docMk/>
            <pc:sldMk cId="1389724034" sldId="260"/>
            <ac:spMk id="36" creationId="{1F25CB79-AAC5-806F-4FFA-F4C32FBE6ADE}"/>
          </ac:spMkLst>
        </pc:spChg>
        <pc:spChg chg="add del">
          <ac:chgData name="Kutera, Evan J" userId="6eaeeab0-d8f4-4b3c-b45f-1fba27b37feb" providerId="ADAL" clId="{D1C52843-BBCB-4FB3-B41F-A9ED6603DE9C}" dt="2026-10-17T18:15:40.149" v="260"/>
          <ac:spMkLst>
            <pc:docMk/>
            <pc:sldMk cId="1389724034" sldId="260"/>
            <ac:spMk id="45" creationId="{4AC0CD9D-7610-4620-93B4-798CCD9AB581}"/>
          </ac:spMkLst>
        </pc:spChg>
        <pc:spChg chg="add del">
          <ac:chgData name="Kutera, Evan J" userId="6eaeeab0-d8f4-4b3c-b45f-1fba27b37feb" providerId="ADAL" clId="{D1C52843-BBCB-4FB3-B41F-A9ED6603DE9C}" dt="2026-10-17T18:15:40.149" v="260"/>
          <ac:spMkLst>
            <pc:docMk/>
            <pc:sldMk cId="1389724034" sldId="260"/>
            <ac:spMk id="51" creationId="{DE4D62F9-188E-4530-84C2-24BDEE4BEB82}"/>
          </ac:spMkLst>
        </pc:spChg>
        <pc:spChg chg="add del">
          <ac:chgData name="Kutera, Evan J" userId="6eaeeab0-d8f4-4b3c-b45f-1fba27b37feb" providerId="ADAL" clId="{D1C52843-BBCB-4FB3-B41F-A9ED6603DE9C}" dt="2026-10-17T18:15:40.149" v="260"/>
          <ac:spMkLst>
            <pc:docMk/>
            <pc:sldMk cId="1389724034" sldId="260"/>
            <ac:spMk id="53" creationId="{757B325C-3E35-45CF-9D07-3BCB281F3B9C}"/>
          </ac:spMkLst>
        </pc:spChg>
        <pc:spChg chg="add del">
          <ac:chgData name="Kutera, Evan J" userId="6eaeeab0-d8f4-4b3c-b45f-1fba27b37feb" providerId="ADAL" clId="{D1C52843-BBCB-4FB3-B41F-A9ED6603DE9C}" dt="2026-10-17T18:15:40.149" v="260"/>
          <ac:spMkLst>
            <pc:docMk/>
            <pc:sldMk cId="1389724034" sldId="260"/>
            <ac:spMk id="55" creationId="{C24BEC42-AFF3-40D1-93A2-A27A42E1E23C}"/>
          </ac:spMkLst>
        </pc:spChg>
        <pc:spChg chg="add del">
          <ac:chgData name="Kutera, Evan J" userId="6eaeeab0-d8f4-4b3c-b45f-1fba27b37feb" providerId="ADAL" clId="{D1C52843-BBCB-4FB3-B41F-A9ED6603DE9C}" dt="2026-10-17T18:15:40.149" v="260"/>
          <ac:spMkLst>
            <pc:docMk/>
            <pc:sldMk cId="1389724034" sldId="260"/>
            <ac:spMk id="57" creationId="{608F427C-1EC9-4280-9367-F2B3AA063E82}"/>
          </ac:spMkLst>
        </pc:spChg>
        <pc:spChg chg="add del">
          <ac:chgData name="Kutera, Evan J" userId="6eaeeab0-d8f4-4b3c-b45f-1fba27b37feb" providerId="ADAL" clId="{D1C52843-BBCB-4FB3-B41F-A9ED6603DE9C}" dt="2026-10-17T18:15:40.149" v="260"/>
          <ac:spMkLst>
            <pc:docMk/>
            <pc:sldMk cId="1389724034" sldId="260"/>
            <ac:spMk id="59" creationId="{F98810A7-E114-447A-A7D6-69B27CFB5650}"/>
          </ac:spMkLst>
        </pc:spChg>
        <pc:picChg chg="add mod ord">
          <ac:chgData name="Kutera, Evan J" userId="6eaeeab0-d8f4-4b3c-b45f-1fba27b37feb" providerId="ADAL" clId="{D1C52843-BBCB-4FB3-B41F-A9ED6603DE9C}" dt="2026-10-19T21:34:44.859" v="275" actId="1076"/>
          <ac:picMkLst>
            <pc:docMk/>
            <pc:sldMk cId="1389724034" sldId="260"/>
            <ac:picMk id="7" creationId="{36EC3D40-5E7C-7C02-4554-E00D7CA464C7}"/>
          </ac:picMkLst>
        </pc:picChg>
        <pc:picChg chg="add del">
          <ac:chgData name="Kutera, Evan J" userId="6eaeeab0-d8f4-4b3c-b45f-1fba27b37feb" providerId="ADAL" clId="{D1C52843-BBCB-4FB3-B41F-A9ED6603DE9C}" dt="2026-10-17T18:15:40.149" v="260"/>
          <ac:picMkLst>
            <pc:docMk/>
            <pc:sldMk cId="1389724034" sldId="260"/>
            <ac:picMk id="41" creationId="{41B68C77-138E-4BF7-A276-BD0C78A4219F}"/>
          </ac:picMkLst>
        </pc:picChg>
        <pc:picChg chg="add del">
          <ac:chgData name="Kutera, Evan J" userId="6eaeeab0-d8f4-4b3c-b45f-1fba27b37feb" providerId="ADAL" clId="{D1C52843-BBCB-4FB3-B41F-A9ED6603DE9C}" dt="2026-10-17T18:15:40.149" v="260"/>
          <ac:picMkLst>
            <pc:docMk/>
            <pc:sldMk cId="1389724034" sldId="260"/>
            <ac:picMk id="43" creationId="{7C268552-D473-46ED-B1B8-422042C4DEF1}"/>
          </ac:picMkLst>
        </pc:picChg>
        <pc:picChg chg="add del">
          <ac:chgData name="Kutera, Evan J" userId="6eaeeab0-d8f4-4b3c-b45f-1fba27b37feb" providerId="ADAL" clId="{D1C52843-BBCB-4FB3-B41F-A9ED6603DE9C}" dt="2026-10-17T18:15:40.149" v="260"/>
          <ac:picMkLst>
            <pc:docMk/>
            <pc:sldMk cId="1389724034" sldId="260"/>
            <ac:picMk id="47" creationId="{B9238B3E-24AA-439A-B527-6C5DF6D72145}"/>
          </ac:picMkLst>
        </pc:picChg>
        <pc:picChg chg="add del">
          <ac:chgData name="Kutera, Evan J" userId="6eaeeab0-d8f4-4b3c-b45f-1fba27b37feb" providerId="ADAL" clId="{D1C52843-BBCB-4FB3-B41F-A9ED6603DE9C}" dt="2026-10-17T18:15:40.149" v="260"/>
          <ac:picMkLst>
            <pc:docMk/>
            <pc:sldMk cId="1389724034" sldId="260"/>
            <ac:picMk id="49" creationId="{69F01145-BEA3-4CBF-AA21-10077B948CA8}"/>
          </ac:picMkLst>
        </pc:picChg>
      </pc:sldChg>
      <pc:sldChg chg="modSp mod modNotesTx">
        <pc:chgData name="Kutera, Evan J" userId="6eaeeab0-d8f4-4b3c-b45f-1fba27b37feb" providerId="ADAL" clId="{D1C52843-BBCB-4FB3-B41F-A9ED6603DE9C}" dt="2026-10-19T21:45:08.186" v="304" actId="20577"/>
        <pc:sldMkLst>
          <pc:docMk/>
          <pc:sldMk cId="903033303" sldId="261"/>
        </pc:sldMkLst>
        <pc:spChg chg="mod">
          <ac:chgData name="Kutera, Evan J" userId="6eaeeab0-d8f4-4b3c-b45f-1fba27b37feb" providerId="ADAL" clId="{D1C52843-BBCB-4FB3-B41F-A9ED6603DE9C}" dt="2026-10-17T18:15:40.149" v="260"/>
          <ac:spMkLst>
            <pc:docMk/>
            <pc:sldMk cId="903033303" sldId="261"/>
            <ac:spMk id="2" creationId="{270CBBC1-753C-DDE2-16BF-784B0A23CF8C}"/>
          </ac:spMkLst>
        </pc:spChg>
        <pc:spChg chg="mod">
          <ac:chgData name="Kutera, Evan J" userId="6eaeeab0-d8f4-4b3c-b45f-1fba27b37feb" providerId="ADAL" clId="{D1C52843-BBCB-4FB3-B41F-A9ED6603DE9C}" dt="2026-10-17T18:20:42.455" v="267"/>
          <ac:spMkLst>
            <pc:docMk/>
            <pc:sldMk cId="903033303" sldId="261"/>
            <ac:spMk id="5" creationId="{4A2E96CF-53B8-6A25-A6B9-736112C83EE0}"/>
          </ac:spMkLst>
        </pc:spChg>
        <pc:graphicFrameChg chg="mod modGraphic">
          <ac:chgData name="Kutera, Evan J" userId="6eaeeab0-d8f4-4b3c-b45f-1fba27b37feb" providerId="ADAL" clId="{D1C52843-BBCB-4FB3-B41F-A9ED6603DE9C}" dt="2026-10-17T18:20:30.932" v="265"/>
          <ac:graphicFrameMkLst>
            <pc:docMk/>
            <pc:sldMk cId="903033303" sldId="261"/>
            <ac:graphicFrameMk id="7" creationId="{6A00C728-5508-8BA6-4788-F2CB155B59E0}"/>
          </ac:graphicFrameMkLst>
        </pc:graphicFrameChg>
      </pc:sldChg>
      <pc:sldChg chg="addSp delSp modSp delDesignElem">
        <pc:chgData name="Kutera, Evan J" userId="6eaeeab0-d8f4-4b3c-b45f-1fba27b37feb" providerId="ADAL" clId="{D1C52843-BBCB-4FB3-B41F-A9ED6603DE9C}" dt="2026-10-17T18:15:40.149" v="260"/>
        <pc:sldMkLst>
          <pc:docMk/>
          <pc:sldMk cId="2707850687" sldId="262"/>
        </pc:sldMkLst>
        <pc:spChg chg="mod">
          <ac:chgData name="Kutera, Evan J" userId="6eaeeab0-d8f4-4b3c-b45f-1fba27b37feb" providerId="ADAL" clId="{D1C52843-BBCB-4FB3-B41F-A9ED6603DE9C}" dt="2026-10-10T17:36:35.668" v="1"/>
          <ac:spMkLst>
            <pc:docMk/>
            <pc:sldMk cId="2707850687" sldId="262"/>
            <ac:spMk id="2" creationId="{7D3F7A8D-F4EF-45F7-D7BC-008902555434}"/>
          </ac:spMkLst>
        </pc:spChg>
        <pc:spChg chg="mod">
          <ac:chgData name="Kutera, Evan J" userId="6eaeeab0-d8f4-4b3c-b45f-1fba27b37feb" providerId="ADAL" clId="{D1C52843-BBCB-4FB3-B41F-A9ED6603DE9C}" dt="2026-10-10T17:36:35.668" v="1"/>
          <ac:spMkLst>
            <pc:docMk/>
            <pc:sldMk cId="2707850687" sldId="262"/>
            <ac:spMk id="3" creationId="{71928D66-C785-8474-AD40-C0440AB596ED}"/>
          </ac:spMkLst>
        </pc:spChg>
        <pc:spChg chg="add del">
          <ac:chgData name="Kutera, Evan J" userId="6eaeeab0-d8f4-4b3c-b45f-1fba27b37feb" providerId="ADAL" clId="{D1C52843-BBCB-4FB3-B41F-A9ED6603DE9C}" dt="2026-10-17T18:15:40.149" v="260"/>
          <ac:spMkLst>
            <pc:docMk/>
            <pc:sldMk cId="2707850687" sldId="262"/>
            <ac:spMk id="9" creationId="{4554089D-779D-46F6-81CB-EA9C12693944}"/>
          </ac:spMkLst>
        </pc:spChg>
      </pc:sldChg>
      <pc:sldChg chg="addSp delSp modSp delDesignElem">
        <pc:chgData name="Kutera, Evan J" userId="6eaeeab0-d8f4-4b3c-b45f-1fba27b37feb" providerId="ADAL" clId="{D1C52843-BBCB-4FB3-B41F-A9ED6603DE9C}" dt="2026-10-17T18:15:40.149" v="260"/>
        <pc:sldMkLst>
          <pc:docMk/>
          <pc:sldMk cId="3639685155" sldId="263"/>
        </pc:sldMkLst>
        <pc:spChg chg="mod">
          <ac:chgData name="Kutera, Evan J" userId="6eaeeab0-d8f4-4b3c-b45f-1fba27b37feb" providerId="ADAL" clId="{D1C52843-BBCB-4FB3-B41F-A9ED6603DE9C}" dt="2026-10-10T17:36:35.668" v="1"/>
          <ac:spMkLst>
            <pc:docMk/>
            <pc:sldMk cId="3639685155" sldId="263"/>
            <ac:spMk id="2" creationId="{69C28C0D-CF56-0197-466B-7D34F98B0648}"/>
          </ac:spMkLst>
        </pc:spChg>
        <pc:spChg chg="mod">
          <ac:chgData name="Kutera, Evan J" userId="6eaeeab0-d8f4-4b3c-b45f-1fba27b37feb" providerId="ADAL" clId="{D1C52843-BBCB-4FB3-B41F-A9ED6603DE9C}" dt="2026-10-10T17:36:35.668" v="1"/>
          <ac:spMkLst>
            <pc:docMk/>
            <pc:sldMk cId="3639685155" sldId="263"/>
            <ac:spMk id="3" creationId="{9A193C1F-934D-EF62-0FE4-352F8CE6B5F6}"/>
          </ac:spMkLst>
        </pc:spChg>
        <pc:spChg chg="add del">
          <ac:chgData name="Kutera, Evan J" userId="6eaeeab0-d8f4-4b3c-b45f-1fba27b37feb" providerId="ADAL" clId="{D1C52843-BBCB-4FB3-B41F-A9ED6603DE9C}" dt="2026-10-17T18:15:40.149" v="260"/>
          <ac:spMkLst>
            <pc:docMk/>
            <pc:sldMk cId="3639685155" sldId="263"/>
            <ac:spMk id="9" creationId="{C8A3C342-1D03-412F-8DD3-BF519E8E0AE9}"/>
          </ac:spMkLst>
        </pc:spChg>
        <pc:spChg chg="add del">
          <ac:chgData name="Kutera, Evan J" userId="6eaeeab0-d8f4-4b3c-b45f-1fba27b37feb" providerId="ADAL" clId="{D1C52843-BBCB-4FB3-B41F-A9ED6603DE9C}" dt="2026-10-17T18:15:40.149" v="260"/>
          <ac:spMkLst>
            <pc:docMk/>
            <pc:sldMk cId="3639685155" sldId="263"/>
            <ac:spMk id="11" creationId="{81CC9B02-E087-4350-AEBD-2C3CF001AF01}"/>
          </ac:spMkLst>
        </pc:spChg>
      </pc:sldChg>
      <pc:sldChg chg="addSp delSp modSp delDesignElem">
        <pc:chgData name="Kutera, Evan J" userId="6eaeeab0-d8f4-4b3c-b45f-1fba27b37feb" providerId="ADAL" clId="{D1C52843-BBCB-4FB3-B41F-A9ED6603DE9C}" dt="2026-10-17T18:15:40.149" v="260"/>
        <pc:sldMkLst>
          <pc:docMk/>
          <pc:sldMk cId="623963928" sldId="264"/>
        </pc:sldMkLst>
        <pc:spChg chg="mod">
          <ac:chgData name="Kutera, Evan J" userId="6eaeeab0-d8f4-4b3c-b45f-1fba27b37feb" providerId="ADAL" clId="{D1C52843-BBCB-4FB3-B41F-A9ED6603DE9C}" dt="2026-10-10T17:36:35.668" v="1"/>
          <ac:spMkLst>
            <pc:docMk/>
            <pc:sldMk cId="623963928" sldId="264"/>
            <ac:spMk id="2" creationId="{24731C56-965B-C872-103F-2D6905CEEA72}"/>
          </ac:spMkLst>
        </pc:spChg>
        <pc:spChg chg="add del">
          <ac:chgData name="Kutera, Evan J" userId="6eaeeab0-d8f4-4b3c-b45f-1fba27b37feb" providerId="ADAL" clId="{D1C52843-BBCB-4FB3-B41F-A9ED6603DE9C}" dt="2026-10-17T18:15:40.149" v="260"/>
          <ac:spMkLst>
            <pc:docMk/>
            <pc:sldMk cId="623963928" sldId="264"/>
            <ac:spMk id="22" creationId="{5F3FC718-FDE3-4EF7-921E-A5F374EAF824}"/>
          </ac:spMkLst>
        </pc:spChg>
        <pc:spChg chg="add del">
          <ac:chgData name="Kutera, Evan J" userId="6eaeeab0-d8f4-4b3c-b45f-1fba27b37feb" providerId="ADAL" clId="{D1C52843-BBCB-4FB3-B41F-A9ED6603DE9C}" dt="2026-10-17T18:15:40.149" v="260"/>
          <ac:spMkLst>
            <pc:docMk/>
            <pc:sldMk cId="623963928" sldId="264"/>
            <ac:spMk id="24" creationId="{FAA0F719-3DC8-4F08-AD8F-5A845658CB9D}"/>
          </ac:spMkLst>
        </pc:spChg>
        <pc:spChg chg="add del">
          <ac:chgData name="Kutera, Evan J" userId="6eaeeab0-d8f4-4b3c-b45f-1fba27b37feb" providerId="ADAL" clId="{D1C52843-BBCB-4FB3-B41F-A9ED6603DE9C}" dt="2026-10-17T18:15:40.149" v="260"/>
          <ac:spMkLst>
            <pc:docMk/>
            <pc:sldMk cId="623963928" sldId="264"/>
            <ac:spMk id="26" creationId="{7DCB61BE-FA0F-4EFB-BE0E-268BAD8E30D6}"/>
          </ac:spMkLst>
        </pc:spChg>
        <pc:spChg chg="add del">
          <ac:chgData name="Kutera, Evan J" userId="6eaeeab0-d8f4-4b3c-b45f-1fba27b37feb" providerId="ADAL" clId="{D1C52843-BBCB-4FB3-B41F-A9ED6603DE9C}" dt="2026-10-17T18:15:40.149" v="260"/>
          <ac:spMkLst>
            <pc:docMk/>
            <pc:sldMk cId="623963928" sldId="264"/>
            <ac:spMk id="28" creationId="{A4B31EAA-7423-46F7-9B90-4AB2B09C35C4}"/>
          </ac:spMkLst>
        </pc:spChg>
      </pc:sldChg>
      <pc:sldChg chg="modSp">
        <pc:chgData name="Kutera, Evan J" userId="6eaeeab0-d8f4-4b3c-b45f-1fba27b37feb" providerId="ADAL" clId="{D1C52843-BBCB-4FB3-B41F-A9ED6603DE9C}" dt="2026-10-10T17:36:35.668" v="1"/>
        <pc:sldMkLst>
          <pc:docMk/>
          <pc:sldMk cId="3019526534" sldId="265"/>
        </pc:sldMkLst>
        <pc:spChg chg="mod">
          <ac:chgData name="Kutera, Evan J" userId="6eaeeab0-d8f4-4b3c-b45f-1fba27b37feb" providerId="ADAL" clId="{D1C52843-BBCB-4FB3-B41F-A9ED6603DE9C}" dt="2026-10-10T17:36:35.668" v="1"/>
          <ac:spMkLst>
            <pc:docMk/>
            <pc:sldMk cId="3019526534" sldId="265"/>
            <ac:spMk id="2" creationId="{F64A156F-3EB3-51DA-52E0-BC3F9535ED81}"/>
          </ac:spMkLst>
        </pc:spChg>
        <pc:spChg chg="mod">
          <ac:chgData name="Kutera, Evan J" userId="6eaeeab0-d8f4-4b3c-b45f-1fba27b37feb" providerId="ADAL" clId="{D1C52843-BBCB-4FB3-B41F-A9ED6603DE9C}" dt="2026-10-10T17:36:35.668" v="1"/>
          <ac:spMkLst>
            <pc:docMk/>
            <pc:sldMk cId="3019526534" sldId="265"/>
            <ac:spMk id="3" creationId="{0273894A-E38F-8412-B4D0-09B4EF4EB007}"/>
          </ac:spMkLst>
        </pc:spChg>
      </pc:sldChg>
      <pc:sldChg chg="modSp mod">
        <pc:chgData name="Kutera, Evan J" userId="6eaeeab0-d8f4-4b3c-b45f-1fba27b37feb" providerId="ADAL" clId="{D1C52843-BBCB-4FB3-B41F-A9ED6603DE9C}" dt="2026-10-17T18:15:40.149" v="260"/>
        <pc:sldMkLst>
          <pc:docMk/>
          <pc:sldMk cId="3797636023" sldId="266"/>
        </pc:sldMkLst>
        <pc:spChg chg="mod">
          <ac:chgData name="Kutera, Evan J" userId="6eaeeab0-d8f4-4b3c-b45f-1fba27b37feb" providerId="ADAL" clId="{D1C52843-BBCB-4FB3-B41F-A9ED6603DE9C}" dt="2026-10-17T18:15:40.149" v="260"/>
          <ac:spMkLst>
            <pc:docMk/>
            <pc:sldMk cId="3797636023" sldId="266"/>
            <ac:spMk id="2" creationId="{E668CBA1-369F-E337-A21C-0961BEB48B14}"/>
          </ac:spMkLst>
        </pc:spChg>
        <pc:spChg chg="mod">
          <ac:chgData name="Kutera, Evan J" userId="6eaeeab0-d8f4-4b3c-b45f-1fba27b37feb" providerId="ADAL" clId="{D1C52843-BBCB-4FB3-B41F-A9ED6603DE9C}" dt="2026-10-17T18:15:40.149" v="260"/>
          <ac:spMkLst>
            <pc:docMk/>
            <pc:sldMk cId="3797636023" sldId="266"/>
            <ac:spMk id="5" creationId="{156EFC90-8E48-FCF2-F526-E3EBA7E189E3}"/>
          </ac:spMkLst>
        </pc:spChg>
        <pc:graphicFrameChg chg="mod modGraphic">
          <ac:chgData name="Kutera, Evan J" userId="6eaeeab0-d8f4-4b3c-b45f-1fba27b37feb" providerId="ADAL" clId="{D1C52843-BBCB-4FB3-B41F-A9ED6603DE9C}" dt="2026-10-17T18:15:40.149" v="260"/>
          <ac:graphicFrameMkLst>
            <pc:docMk/>
            <pc:sldMk cId="3797636023" sldId="266"/>
            <ac:graphicFrameMk id="11" creationId="{D43D0200-3A4F-957D-7AEA-42B99D0F519D}"/>
          </ac:graphicFrameMkLst>
        </pc:graphicFrameChg>
      </pc:sldChg>
      <pc:sldChg chg="addSp delSp modSp mod modNotesTx">
        <pc:chgData name="Kutera, Evan J" userId="6eaeeab0-d8f4-4b3c-b45f-1fba27b37feb" providerId="ADAL" clId="{D1C52843-BBCB-4FB3-B41F-A9ED6603DE9C}" dt="2026-10-19T21:39:37.016" v="292"/>
        <pc:sldMkLst>
          <pc:docMk/>
          <pc:sldMk cId="3938013039" sldId="267"/>
        </pc:sldMkLst>
        <pc:spChg chg="mod">
          <ac:chgData name="Kutera, Evan J" userId="6eaeeab0-d8f4-4b3c-b45f-1fba27b37feb" providerId="ADAL" clId="{D1C52843-BBCB-4FB3-B41F-A9ED6603DE9C}" dt="2026-10-17T18:15:40.149" v="260"/>
          <ac:spMkLst>
            <pc:docMk/>
            <pc:sldMk cId="3938013039" sldId="267"/>
            <ac:spMk id="2" creationId="{3884E3A7-9A85-46FD-2743-D1A543773DBC}"/>
          </ac:spMkLst>
        </pc:spChg>
        <pc:spChg chg="mod">
          <ac:chgData name="Kutera, Evan J" userId="6eaeeab0-d8f4-4b3c-b45f-1fba27b37feb" providerId="ADAL" clId="{D1C52843-BBCB-4FB3-B41F-A9ED6603DE9C}" dt="2026-10-17T18:15:40.149" v="260"/>
          <ac:spMkLst>
            <pc:docMk/>
            <pc:sldMk cId="3938013039" sldId="267"/>
            <ac:spMk id="4" creationId="{7D82D94E-3707-C8AB-EA69-329AC15C8C66}"/>
          </ac:spMkLst>
        </pc:spChg>
        <pc:spChg chg="mod">
          <ac:chgData name="Kutera, Evan J" userId="6eaeeab0-d8f4-4b3c-b45f-1fba27b37feb" providerId="ADAL" clId="{D1C52843-BBCB-4FB3-B41F-A9ED6603DE9C}" dt="2026-10-17T18:15:40.149" v="260"/>
          <ac:spMkLst>
            <pc:docMk/>
            <pc:sldMk cId="3938013039" sldId="267"/>
            <ac:spMk id="5" creationId="{EABF5797-C735-52AA-C0E8-FFE8100746E5}"/>
          </ac:spMkLst>
        </pc:spChg>
        <pc:spChg chg="mod">
          <ac:chgData name="Kutera, Evan J" userId="6eaeeab0-d8f4-4b3c-b45f-1fba27b37feb" providerId="ADAL" clId="{D1C52843-BBCB-4FB3-B41F-A9ED6603DE9C}" dt="2026-10-17T18:15:40.149" v="260"/>
          <ac:spMkLst>
            <pc:docMk/>
            <pc:sldMk cId="3938013039" sldId="267"/>
            <ac:spMk id="6" creationId="{110D97F8-9E16-585A-8C15-EFB1D9610FF5}"/>
          </ac:spMkLst>
        </pc:spChg>
        <pc:spChg chg="mod">
          <ac:chgData name="Kutera, Evan J" userId="6eaeeab0-d8f4-4b3c-b45f-1fba27b37feb" providerId="ADAL" clId="{D1C52843-BBCB-4FB3-B41F-A9ED6603DE9C}" dt="2026-10-17T18:15:40.149" v="260"/>
          <ac:spMkLst>
            <pc:docMk/>
            <pc:sldMk cId="3938013039" sldId="267"/>
            <ac:spMk id="7" creationId="{DD466D8A-D4DE-9299-726A-BDEFF3207A8F}"/>
          </ac:spMkLst>
        </pc:spChg>
        <pc:spChg chg="mod">
          <ac:chgData name="Kutera, Evan J" userId="6eaeeab0-d8f4-4b3c-b45f-1fba27b37feb" providerId="ADAL" clId="{D1C52843-BBCB-4FB3-B41F-A9ED6603DE9C}" dt="2026-10-17T18:15:40.149" v="260"/>
          <ac:spMkLst>
            <pc:docMk/>
            <pc:sldMk cId="3938013039" sldId="267"/>
            <ac:spMk id="8" creationId="{AB5F61E5-32B5-ADAD-914A-FCF3CB2C8891}"/>
          </ac:spMkLst>
        </pc:spChg>
        <pc:spChg chg="mod">
          <ac:chgData name="Kutera, Evan J" userId="6eaeeab0-d8f4-4b3c-b45f-1fba27b37feb" providerId="ADAL" clId="{D1C52843-BBCB-4FB3-B41F-A9ED6603DE9C}" dt="2026-10-17T18:15:40.149" v="260"/>
          <ac:spMkLst>
            <pc:docMk/>
            <pc:sldMk cId="3938013039" sldId="267"/>
            <ac:spMk id="9" creationId="{51737BC5-8F4C-ECD3-E845-C1DC4833542A}"/>
          </ac:spMkLst>
        </pc:spChg>
      </pc:sldChg>
      <pc:sldChg chg="modSp">
        <pc:chgData name="Kutera, Evan J" userId="6eaeeab0-d8f4-4b3c-b45f-1fba27b37feb" providerId="ADAL" clId="{D1C52843-BBCB-4FB3-B41F-A9ED6603DE9C}" dt="2026-10-17T18:15:40.149" v="260"/>
        <pc:sldMkLst>
          <pc:docMk/>
          <pc:sldMk cId="1814168860" sldId="268"/>
        </pc:sldMkLst>
        <pc:spChg chg="mod">
          <ac:chgData name="Kutera, Evan J" userId="6eaeeab0-d8f4-4b3c-b45f-1fba27b37feb" providerId="ADAL" clId="{D1C52843-BBCB-4FB3-B41F-A9ED6603DE9C}" dt="2026-10-17T18:15:40.149" v="260"/>
          <ac:spMkLst>
            <pc:docMk/>
            <pc:sldMk cId="1814168860" sldId="268"/>
            <ac:spMk id="2" creationId="{E98DB3C0-9C4F-40A6-EC2E-A74280EF3CC6}"/>
          </ac:spMkLst>
        </pc:spChg>
      </pc:sldChg>
      <pc:sldChg chg="modSp mod chgLayout">
        <pc:chgData name="Kutera, Evan J" userId="6eaeeab0-d8f4-4b3c-b45f-1fba27b37feb" providerId="ADAL" clId="{D1C52843-BBCB-4FB3-B41F-A9ED6603DE9C}" dt="2026-10-19T21:41:00.959" v="298"/>
        <pc:sldMkLst>
          <pc:docMk/>
          <pc:sldMk cId="21178762" sldId="269"/>
        </pc:sldMkLst>
        <pc:spChg chg="mod ord">
          <ac:chgData name="Kutera, Evan J" userId="6eaeeab0-d8f4-4b3c-b45f-1fba27b37feb" providerId="ADAL" clId="{D1C52843-BBCB-4FB3-B41F-A9ED6603DE9C}" dt="2026-10-19T21:39:58.305" v="293" actId="700"/>
          <ac:spMkLst>
            <pc:docMk/>
            <pc:sldMk cId="21178762" sldId="269"/>
            <ac:spMk id="2" creationId="{50CE58A9-CFA2-D8F8-D68B-6E9902388830}"/>
          </ac:spMkLst>
        </pc:spChg>
        <pc:spChg chg="mod ord">
          <ac:chgData name="Kutera, Evan J" userId="6eaeeab0-d8f4-4b3c-b45f-1fba27b37feb" providerId="ADAL" clId="{D1C52843-BBCB-4FB3-B41F-A9ED6603DE9C}" dt="2026-10-19T21:41:00.959" v="298"/>
          <ac:spMkLst>
            <pc:docMk/>
            <pc:sldMk cId="21178762" sldId="269"/>
            <ac:spMk id="5" creationId="{7EAFC6B4-2239-5C25-B27D-4095DC7B27E2}"/>
          </ac:spMkLst>
        </pc:spChg>
        <pc:graphicFrameChg chg="mod ord modGraphic">
          <ac:chgData name="Kutera, Evan J" userId="6eaeeab0-d8f4-4b3c-b45f-1fba27b37feb" providerId="ADAL" clId="{D1C52843-BBCB-4FB3-B41F-A9ED6603DE9C}" dt="2026-10-19T21:40:34.093" v="295"/>
          <ac:graphicFrameMkLst>
            <pc:docMk/>
            <pc:sldMk cId="21178762" sldId="269"/>
            <ac:graphicFrameMk id="7" creationId="{61C9A905-43E6-4F48-7557-78590704C539}"/>
          </ac:graphicFrameMkLst>
        </pc:graphicFrameChg>
      </pc:sldChg>
      <pc:sldChg chg="addSp delSp modSp mod delDesignElem">
        <pc:chgData name="Kutera, Evan J" userId="6eaeeab0-d8f4-4b3c-b45f-1fba27b37feb" providerId="ADAL" clId="{D1C52843-BBCB-4FB3-B41F-A9ED6603DE9C}" dt="2026-10-19T21:42:19.961" v="301" actId="27636"/>
        <pc:sldMkLst>
          <pc:docMk/>
          <pc:sldMk cId="1809283323" sldId="270"/>
        </pc:sldMkLst>
        <pc:spChg chg="mod">
          <ac:chgData name="Kutera, Evan J" userId="6eaeeab0-d8f4-4b3c-b45f-1fba27b37feb" providerId="ADAL" clId="{D1C52843-BBCB-4FB3-B41F-A9ED6603DE9C}" dt="2026-10-17T18:13:41.218" v="241"/>
          <ac:spMkLst>
            <pc:docMk/>
            <pc:sldMk cId="1809283323" sldId="270"/>
            <ac:spMk id="2" creationId="{9E1D6977-880A-1CCA-AFCF-FDCA385759EC}"/>
          </ac:spMkLst>
        </pc:spChg>
        <pc:spChg chg="mod">
          <ac:chgData name="Kutera, Evan J" userId="6eaeeab0-d8f4-4b3c-b45f-1fba27b37feb" providerId="ADAL" clId="{D1C52843-BBCB-4FB3-B41F-A9ED6603DE9C}" dt="2026-10-19T21:42:19.961" v="301" actId="27636"/>
          <ac:spMkLst>
            <pc:docMk/>
            <pc:sldMk cId="1809283323" sldId="270"/>
            <ac:spMk id="3" creationId="{93E6D81A-6586-CE1A-72EA-9A4A591CAC49}"/>
          </ac:spMkLst>
        </pc:spChg>
        <pc:spChg chg="add del">
          <ac:chgData name="Kutera, Evan J" userId="6eaeeab0-d8f4-4b3c-b45f-1fba27b37feb" providerId="ADAL" clId="{D1C52843-BBCB-4FB3-B41F-A9ED6603DE9C}" dt="2026-10-17T18:15:40.149" v="260"/>
          <ac:spMkLst>
            <pc:docMk/>
            <pc:sldMk cId="1809283323" sldId="270"/>
            <ac:spMk id="9" creationId="{C8A3C342-1D03-412F-8DD3-BF519E8E0AE9}"/>
          </ac:spMkLst>
        </pc:spChg>
        <pc:spChg chg="add del">
          <ac:chgData name="Kutera, Evan J" userId="6eaeeab0-d8f4-4b3c-b45f-1fba27b37feb" providerId="ADAL" clId="{D1C52843-BBCB-4FB3-B41F-A9ED6603DE9C}" dt="2026-10-17T18:15:40.149" v="260"/>
          <ac:spMkLst>
            <pc:docMk/>
            <pc:sldMk cId="1809283323" sldId="270"/>
            <ac:spMk id="11" creationId="{81CC9B02-E087-4350-AEBD-2C3CF001AF01}"/>
          </ac:spMkLst>
        </pc:spChg>
      </pc:sldChg>
      <pc:sldChg chg="addSp delSp modSp new mod setBg setClrOvrMap delDesignElem">
        <pc:chgData name="Kutera, Evan J" userId="6eaeeab0-d8f4-4b3c-b45f-1fba27b37feb" providerId="ADAL" clId="{D1C52843-BBCB-4FB3-B41F-A9ED6603DE9C}" dt="2026-10-17T18:15:53.619" v="261" actId="26606"/>
        <pc:sldMkLst>
          <pc:docMk/>
          <pc:sldMk cId="1058683662" sldId="272"/>
        </pc:sldMkLst>
        <pc:spChg chg="mod">
          <ac:chgData name="Kutera, Evan J" userId="6eaeeab0-d8f4-4b3c-b45f-1fba27b37feb" providerId="ADAL" clId="{D1C52843-BBCB-4FB3-B41F-A9ED6603DE9C}" dt="2026-10-17T18:15:53.619" v="261" actId="26606"/>
          <ac:spMkLst>
            <pc:docMk/>
            <pc:sldMk cId="1058683662" sldId="272"/>
            <ac:spMk id="2" creationId="{CFE25F6E-082B-66AA-E363-4DE7DD8E3414}"/>
          </ac:spMkLst>
        </pc:spChg>
        <pc:spChg chg="mod">
          <ac:chgData name="Kutera, Evan J" userId="6eaeeab0-d8f4-4b3c-b45f-1fba27b37feb" providerId="ADAL" clId="{D1C52843-BBCB-4FB3-B41F-A9ED6603DE9C}" dt="2026-10-17T18:15:53.619" v="261" actId="26606"/>
          <ac:spMkLst>
            <pc:docMk/>
            <pc:sldMk cId="1058683662" sldId="272"/>
            <ac:spMk id="3" creationId="{D6853191-A395-8C3F-532F-6E6977965979}"/>
          </ac:spMkLst>
        </pc:spChg>
      </pc:sldChg>
      <pc:sldChg chg="addSp delSp modSp new mod setBg modClrScheme setClrOvrMap delDesignElem chgLayout">
        <pc:chgData name="Kutera, Evan J" userId="6eaeeab0-d8f4-4b3c-b45f-1fba27b37feb" providerId="ADAL" clId="{D1C52843-BBCB-4FB3-B41F-A9ED6603DE9C}" dt="2026-10-17T17:55:38.823" v="180" actId="26606"/>
        <pc:sldMkLst>
          <pc:docMk/>
          <pc:sldMk cId="1735040833" sldId="273"/>
        </pc:sldMkLst>
        <pc:spChg chg="mod ord">
          <ac:chgData name="Kutera, Evan J" userId="6eaeeab0-d8f4-4b3c-b45f-1fba27b37feb" providerId="ADAL" clId="{D1C52843-BBCB-4FB3-B41F-A9ED6603DE9C}" dt="2026-10-17T17:55:38.823" v="180" actId="26606"/>
          <ac:spMkLst>
            <pc:docMk/>
            <pc:sldMk cId="1735040833" sldId="273"/>
            <ac:spMk id="2" creationId="{E13F442A-EC01-BBED-8112-F84782318596}"/>
          </ac:spMkLst>
        </pc:spChg>
        <pc:spChg chg="add mod ord">
          <ac:chgData name="Kutera, Evan J" userId="6eaeeab0-d8f4-4b3c-b45f-1fba27b37feb" providerId="ADAL" clId="{D1C52843-BBCB-4FB3-B41F-A9ED6603DE9C}" dt="2026-10-17T17:55:38.823" v="180" actId="26606"/>
          <ac:spMkLst>
            <pc:docMk/>
            <pc:sldMk cId="1735040833" sldId="273"/>
            <ac:spMk id="5" creationId="{9347FC5A-CC30-F8A5-1B2D-23DF37D5D4F9}"/>
          </ac:spMkLst>
        </pc:spChg>
        <pc:picChg chg="add mod">
          <ac:chgData name="Kutera, Evan J" userId="6eaeeab0-d8f4-4b3c-b45f-1fba27b37feb" providerId="ADAL" clId="{D1C52843-BBCB-4FB3-B41F-A9ED6603DE9C}" dt="2026-10-17T17:55:38.823" v="180" actId="26606"/>
          <ac:picMkLst>
            <pc:docMk/>
            <pc:sldMk cId="1735040833" sldId="273"/>
            <ac:picMk id="15" creationId="{AC0E9EBF-5FFD-7E3A-BA15-7AD1424C9FCC}"/>
          </ac:picMkLst>
        </pc:picChg>
      </pc:sldChg>
      <pc:sldChg chg="addSp delSp modSp new mod setBg modClrScheme setClrOvrMap delDesignElem chgLayout">
        <pc:chgData name="Kutera, Evan J" userId="6eaeeab0-d8f4-4b3c-b45f-1fba27b37feb" providerId="ADAL" clId="{D1C52843-BBCB-4FB3-B41F-A9ED6603DE9C}" dt="2026-10-17T18:15:40.149" v="260"/>
        <pc:sldMkLst>
          <pc:docMk/>
          <pc:sldMk cId="898473849" sldId="274"/>
        </pc:sldMkLst>
        <pc:spChg chg="mod ord">
          <ac:chgData name="Kutera, Evan J" userId="6eaeeab0-d8f4-4b3c-b45f-1fba27b37feb" providerId="ADAL" clId="{D1C52843-BBCB-4FB3-B41F-A9ED6603DE9C}" dt="2026-10-17T18:04:32.103" v="190" actId="26606"/>
          <ac:spMkLst>
            <pc:docMk/>
            <pc:sldMk cId="898473849" sldId="274"/>
            <ac:spMk id="2" creationId="{85A0DC4A-2DE9-FA49-6025-788230229D20}"/>
          </ac:spMkLst>
        </pc:spChg>
        <pc:spChg chg="mod ord">
          <ac:chgData name="Kutera, Evan J" userId="6eaeeab0-d8f4-4b3c-b45f-1fba27b37feb" providerId="ADAL" clId="{D1C52843-BBCB-4FB3-B41F-A9ED6603DE9C}" dt="2026-10-17T18:06:20.056" v="192"/>
          <ac:spMkLst>
            <pc:docMk/>
            <pc:sldMk cId="898473849" sldId="274"/>
            <ac:spMk id="3" creationId="{A2342DCD-AAD8-2274-2B71-A6DA1FC69D3E}"/>
          </ac:spMkLst>
        </pc:spChg>
        <pc:spChg chg="add del">
          <ac:chgData name="Kutera, Evan J" userId="6eaeeab0-d8f4-4b3c-b45f-1fba27b37feb" providerId="ADAL" clId="{D1C52843-BBCB-4FB3-B41F-A9ED6603DE9C}" dt="2026-10-17T18:15:40.149" v="260"/>
          <ac:spMkLst>
            <pc:docMk/>
            <pc:sldMk cId="898473849" sldId="274"/>
            <ac:spMk id="33" creationId="{4AC0CD9D-7610-4620-93B4-798CCD9AB581}"/>
          </ac:spMkLst>
        </pc:spChg>
        <pc:spChg chg="add del">
          <ac:chgData name="Kutera, Evan J" userId="6eaeeab0-d8f4-4b3c-b45f-1fba27b37feb" providerId="ADAL" clId="{D1C52843-BBCB-4FB3-B41F-A9ED6603DE9C}" dt="2026-10-17T18:15:40.149" v="260"/>
          <ac:spMkLst>
            <pc:docMk/>
            <pc:sldMk cId="898473849" sldId="274"/>
            <ac:spMk id="36" creationId="{DE4D62F9-188E-4530-84C2-24BDEE4BEB82}"/>
          </ac:spMkLst>
        </pc:spChg>
        <pc:spChg chg="add del">
          <ac:chgData name="Kutera, Evan J" userId="6eaeeab0-d8f4-4b3c-b45f-1fba27b37feb" providerId="ADAL" clId="{D1C52843-BBCB-4FB3-B41F-A9ED6603DE9C}" dt="2026-10-17T18:15:40.149" v="260"/>
          <ac:spMkLst>
            <pc:docMk/>
            <pc:sldMk cId="898473849" sldId="274"/>
            <ac:spMk id="37" creationId="{EE4E366E-272A-409E-840F-9A6A64A9E3FF}"/>
          </ac:spMkLst>
        </pc:spChg>
        <pc:spChg chg="add del">
          <ac:chgData name="Kutera, Evan J" userId="6eaeeab0-d8f4-4b3c-b45f-1fba27b37feb" providerId="ADAL" clId="{D1C52843-BBCB-4FB3-B41F-A9ED6603DE9C}" dt="2026-10-17T18:15:40.149" v="260"/>
          <ac:spMkLst>
            <pc:docMk/>
            <pc:sldMk cId="898473849" sldId="274"/>
            <ac:spMk id="38" creationId="{A721560C-E4AB-4287-A29C-3F6916794CB9}"/>
          </ac:spMkLst>
        </pc:spChg>
        <pc:spChg chg="add del">
          <ac:chgData name="Kutera, Evan J" userId="6eaeeab0-d8f4-4b3c-b45f-1fba27b37feb" providerId="ADAL" clId="{D1C52843-BBCB-4FB3-B41F-A9ED6603DE9C}" dt="2026-10-17T18:15:40.149" v="260"/>
          <ac:spMkLst>
            <pc:docMk/>
            <pc:sldMk cId="898473849" sldId="274"/>
            <ac:spMk id="39" creationId="{DF6CFF07-D953-4F9C-9A0E-E0A6AACB6158}"/>
          </ac:spMkLst>
        </pc:spChg>
        <pc:spChg chg="add del">
          <ac:chgData name="Kutera, Evan J" userId="6eaeeab0-d8f4-4b3c-b45f-1fba27b37feb" providerId="ADAL" clId="{D1C52843-BBCB-4FB3-B41F-A9ED6603DE9C}" dt="2026-10-17T18:15:40.149" v="260"/>
          <ac:spMkLst>
            <pc:docMk/>
            <pc:sldMk cId="898473849" sldId="274"/>
            <ac:spMk id="40" creationId="{DAA4FEEE-0B5F-41BF-825D-60F9FB089568}"/>
          </ac:spMkLst>
        </pc:spChg>
        <pc:picChg chg="add mod ord">
          <ac:chgData name="Kutera, Evan J" userId="6eaeeab0-d8f4-4b3c-b45f-1fba27b37feb" providerId="ADAL" clId="{D1C52843-BBCB-4FB3-B41F-A9ED6603DE9C}" dt="2026-10-17T18:15:40.149" v="260"/>
          <ac:picMkLst>
            <pc:docMk/>
            <pc:sldMk cId="898473849" sldId="274"/>
            <ac:picMk id="6" creationId="{75ADB3F5-BA2B-5753-A494-3EBD9E900462}"/>
          </ac:picMkLst>
        </pc:picChg>
        <pc:picChg chg="add del">
          <ac:chgData name="Kutera, Evan J" userId="6eaeeab0-d8f4-4b3c-b45f-1fba27b37feb" providerId="ADAL" clId="{D1C52843-BBCB-4FB3-B41F-A9ED6603DE9C}" dt="2026-10-17T18:15:40.149" v="260"/>
          <ac:picMkLst>
            <pc:docMk/>
            <pc:sldMk cId="898473849" sldId="274"/>
            <ac:picMk id="31" creationId="{41B68C77-138E-4BF7-A276-BD0C78A4219F}"/>
          </ac:picMkLst>
        </pc:picChg>
        <pc:picChg chg="add del">
          <ac:chgData name="Kutera, Evan J" userId="6eaeeab0-d8f4-4b3c-b45f-1fba27b37feb" providerId="ADAL" clId="{D1C52843-BBCB-4FB3-B41F-A9ED6603DE9C}" dt="2026-10-17T18:15:40.149" v="260"/>
          <ac:picMkLst>
            <pc:docMk/>
            <pc:sldMk cId="898473849" sldId="274"/>
            <ac:picMk id="34" creationId="{B9238B3E-24AA-439A-B527-6C5DF6D72145}"/>
          </ac:picMkLst>
        </pc:picChg>
        <pc:picChg chg="add del">
          <ac:chgData name="Kutera, Evan J" userId="6eaeeab0-d8f4-4b3c-b45f-1fba27b37feb" providerId="ADAL" clId="{D1C52843-BBCB-4FB3-B41F-A9ED6603DE9C}" dt="2026-10-17T18:15:40.149" v="260"/>
          <ac:picMkLst>
            <pc:docMk/>
            <pc:sldMk cId="898473849" sldId="274"/>
            <ac:picMk id="35" creationId="{69F01145-BEA3-4CBF-AA21-10077B948CA8}"/>
          </ac:picMkLst>
        </pc:picChg>
      </pc:sldChg>
      <pc:sldChg chg="addSp delSp modSp new mod setBg modClrScheme delDesignElem chgLayout">
        <pc:chgData name="Kutera, Evan J" userId="6eaeeab0-d8f4-4b3c-b45f-1fba27b37feb" providerId="ADAL" clId="{D1C52843-BBCB-4FB3-B41F-A9ED6603DE9C}" dt="2026-10-19T21:36:32.410" v="277"/>
        <pc:sldMkLst>
          <pc:docMk/>
          <pc:sldMk cId="865887197" sldId="275"/>
        </pc:sldMkLst>
        <pc:spChg chg="mod ord">
          <ac:chgData name="Kutera, Evan J" userId="6eaeeab0-d8f4-4b3c-b45f-1fba27b37feb" providerId="ADAL" clId="{D1C52843-BBCB-4FB3-B41F-A9ED6603DE9C}" dt="2026-10-17T17:56:29.734" v="182" actId="26606"/>
          <ac:spMkLst>
            <pc:docMk/>
            <pc:sldMk cId="865887197" sldId="275"/>
            <ac:spMk id="2" creationId="{56282C7B-3DEE-89DB-114D-451624AD80E4}"/>
          </ac:spMkLst>
        </pc:spChg>
        <pc:spChg chg="mod ord">
          <ac:chgData name="Kutera, Evan J" userId="6eaeeab0-d8f4-4b3c-b45f-1fba27b37feb" providerId="ADAL" clId="{D1C52843-BBCB-4FB3-B41F-A9ED6603DE9C}" dt="2026-10-19T21:36:32.410" v="277"/>
          <ac:spMkLst>
            <pc:docMk/>
            <pc:sldMk cId="865887197" sldId="275"/>
            <ac:spMk id="3" creationId="{6B2E9ABF-FBCC-5068-AF71-144EF45BFD40}"/>
          </ac:spMkLst>
        </pc:spChg>
        <pc:spChg chg="add del">
          <ac:chgData name="Kutera, Evan J" userId="6eaeeab0-d8f4-4b3c-b45f-1fba27b37feb" providerId="ADAL" clId="{D1C52843-BBCB-4FB3-B41F-A9ED6603DE9C}" dt="2026-10-17T18:15:40.149" v="260"/>
          <ac:spMkLst>
            <pc:docMk/>
            <pc:sldMk cId="865887197" sldId="275"/>
            <ac:spMk id="15" creationId="{4AC0CD9D-7610-4620-93B4-798CCD9AB581}"/>
          </ac:spMkLst>
        </pc:spChg>
        <pc:spChg chg="add del">
          <ac:chgData name="Kutera, Evan J" userId="6eaeeab0-d8f4-4b3c-b45f-1fba27b37feb" providerId="ADAL" clId="{D1C52843-BBCB-4FB3-B41F-A9ED6603DE9C}" dt="2026-10-17T18:15:40.149" v="260"/>
          <ac:spMkLst>
            <pc:docMk/>
            <pc:sldMk cId="865887197" sldId="275"/>
            <ac:spMk id="21" creationId="{DE4D62F9-188E-4530-84C2-24BDEE4BEB82}"/>
          </ac:spMkLst>
        </pc:spChg>
        <pc:picChg chg="add mod ord">
          <ac:chgData name="Kutera, Evan J" userId="6eaeeab0-d8f4-4b3c-b45f-1fba27b37feb" providerId="ADAL" clId="{D1C52843-BBCB-4FB3-B41F-A9ED6603DE9C}" dt="2026-10-17T17:56:29.734" v="182" actId="26606"/>
          <ac:picMkLst>
            <pc:docMk/>
            <pc:sldMk cId="865887197" sldId="275"/>
            <ac:picMk id="6" creationId="{8609A3AF-164C-6A8C-93C6-6CD9D9C18F37}"/>
          </ac:picMkLst>
        </pc:picChg>
        <pc:picChg chg="add del">
          <ac:chgData name="Kutera, Evan J" userId="6eaeeab0-d8f4-4b3c-b45f-1fba27b37feb" providerId="ADAL" clId="{D1C52843-BBCB-4FB3-B41F-A9ED6603DE9C}" dt="2026-10-17T18:15:40.149" v="260"/>
          <ac:picMkLst>
            <pc:docMk/>
            <pc:sldMk cId="865887197" sldId="275"/>
            <ac:picMk id="11" creationId="{41B68C77-138E-4BF7-A276-BD0C78A4219F}"/>
          </ac:picMkLst>
        </pc:picChg>
        <pc:picChg chg="add del">
          <ac:chgData name="Kutera, Evan J" userId="6eaeeab0-d8f4-4b3c-b45f-1fba27b37feb" providerId="ADAL" clId="{D1C52843-BBCB-4FB3-B41F-A9ED6603DE9C}" dt="2026-10-17T18:15:40.149" v="260"/>
          <ac:picMkLst>
            <pc:docMk/>
            <pc:sldMk cId="865887197" sldId="275"/>
            <ac:picMk id="13" creationId="{7C268552-D473-46ED-B1B8-422042C4DEF1}"/>
          </ac:picMkLst>
        </pc:picChg>
        <pc:picChg chg="add del">
          <ac:chgData name="Kutera, Evan J" userId="6eaeeab0-d8f4-4b3c-b45f-1fba27b37feb" providerId="ADAL" clId="{D1C52843-BBCB-4FB3-B41F-A9ED6603DE9C}" dt="2026-10-17T18:15:40.149" v="260"/>
          <ac:picMkLst>
            <pc:docMk/>
            <pc:sldMk cId="865887197" sldId="275"/>
            <ac:picMk id="17" creationId="{B9238B3E-24AA-439A-B527-6C5DF6D72145}"/>
          </ac:picMkLst>
        </pc:picChg>
        <pc:picChg chg="add del">
          <ac:chgData name="Kutera, Evan J" userId="6eaeeab0-d8f4-4b3c-b45f-1fba27b37feb" providerId="ADAL" clId="{D1C52843-BBCB-4FB3-B41F-A9ED6603DE9C}" dt="2026-10-17T18:15:40.149" v="260"/>
          <ac:picMkLst>
            <pc:docMk/>
            <pc:sldMk cId="865887197" sldId="275"/>
            <ac:picMk id="19" creationId="{69F01145-BEA3-4CBF-AA21-10077B948CA8}"/>
          </ac:picMkLst>
        </pc:picChg>
      </pc:sldChg>
      <pc:sldChg chg="addSp delSp modSp new mod setBg delDesignElem">
        <pc:chgData name="Kutera, Evan J" userId="6eaeeab0-d8f4-4b3c-b45f-1fba27b37feb" providerId="ADAL" clId="{D1C52843-BBCB-4FB3-B41F-A9ED6603DE9C}" dt="2026-10-17T18:15:40.149" v="260"/>
        <pc:sldMkLst>
          <pc:docMk/>
          <pc:sldMk cId="3622813526" sldId="276"/>
        </pc:sldMkLst>
        <pc:spChg chg="mod">
          <ac:chgData name="Kutera, Evan J" userId="6eaeeab0-d8f4-4b3c-b45f-1fba27b37feb" providerId="ADAL" clId="{D1C52843-BBCB-4FB3-B41F-A9ED6603DE9C}" dt="2026-10-17T17:57:15.020" v="184" actId="26606"/>
          <ac:spMkLst>
            <pc:docMk/>
            <pc:sldMk cId="3622813526" sldId="276"/>
            <ac:spMk id="2" creationId="{806AA686-5629-E90B-55E9-867799B54168}"/>
          </ac:spMkLst>
        </pc:spChg>
        <pc:spChg chg="mod">
          <ac:chgData name="Kutera, Evan J" userId="6eaeeab0-d8f4-4b3c-b45f-1fba27b37feb" providerId="ADAL" clId="{D1C52843-BBCB-4FB3-B41F-A9ED6603DE9C}" dt="2026-10-17T17:57:15.020" v="184" actId="26606"/>
          <ac:spMkLst>
            <pc:docMk/>
            <pc:sldMk cId="3622813526" sldId="276"/>
            <ac:spMk id="3" creationId="{2D0DC529-BBB8-9054-89FD-27048473327B}"/>
          </ac:spMkLst>
        </pc:spChg>
        <pc:spChg chg="add del">
          <ac:chgData name="Kutera, Evan J" userId="6eaeeab0-d8f4-4b3c-b45f-1fba27b37feb" providerId="ADAL" clId="{D1C52843-BBCB-4FB3-B41F-A9ED6603DE9C}" dt="2026-10-17T18:15:40.149" v="260"/>
          <ac:spMkLst>
            <pc:docMk/>
            <pc:sldMk cId="3622813526" sldId="276"/>
            <ac:spMk id="15" creationId="{4AC0CD9D-7610-4620-93B4-798CCD9AB581}"/>
          </ac:spMkLst>
        </pc:spChg>
        <pc:spChg chg="add del">
          <ac:chgData name="Kutera, Evan J" userId="6eaeeab0-d8f4-4b3c-b45f-1fba27b37feb" providerId="ADAL" clId="{D1C52843-BBCB-4FB3-B41F-A9ED6603DE9C}" dt="2026-10-17T18:15:40.149" v="260"/>
          <ac:spMkLst>
            <pc:docMk/>
            <pc:sldMk cId="3622813526" sldId="276"/>
            <ac:spMk id="21" creationId="{DE4D62F9-188E-4530-84C2-24BDEE4BEB82}"/>
          </ac:spMkLst>
        </pc:spChg>
        <pc:picChg chg="add mod ord">
          <ac:chgData name="Kutera, Evan J" userId="6eaeeab0-d8f4-4b3c-b45f-1fba27b37feb" providerId="ADAL" clId="{D1C52843-BBCB-4FB3-B41F-A9ED6603DE9C}" dt="2026-10-17T17:57:15.020" v="184" actId="26606"/>
          <ac:picMkLst>
            <pc:docMk/>
            <pc:sldMk cId="3622813526" sldId="276"/>
            <ac:picMk id="6" creationId="{D9E5ADAD-7ED1-4727-5FD9-22BDEC46C45A}"/>
          </ac:picMkLst>
        </pc:picChg>
        <pc:picChg chg="add del">
          <ac:chgData name="Kutera, Evan J" userId="6eaeeab0-d8f4-4b3c-b45f-1fba27b37feb" providerId="ADAL" clId="{D1C52843-BBCB-4FB3-B41F-A9ED6603DE9C}" dt="2026-10-17T18:15:40.149" v="260"/>
          <ac:picMkLst>
            <pc:docMk/>
            <pc:sldMk cId="3622813526" sldId="276"/>
            <ac:picMk id="11" creationId="{41B68C77-138E-4BF7-A276-BD0C78A4219F}"/>
          </ac:picMkLst>
        </pc:picChg>
        <pc:picChg chg="add del">
          <ac:chgData name="Kutera, Evan J" userId="6eaeeab0-d8f4-4b3c-b45f-1fba27b37feb" providerId="ADAL" clId="{D1C52843-BBCB-4FB3-B41F-A9ED6603DE9C}" dt="2026-10-17T18:15:40.149" v="260"/>
          <ac:picMkLst>
            <pc:docMk/>
            <pc:sldMk cId="3622813526" sldId="276"/>
            <ac:picMk id="13" creationId="{7C268552-D473-46ED-B1B8-422042C4DEF1}"/>
          </ac:picMkLst>
        </pc:picChg>
        <pc:picChg chg="add del">
          <ac:chgData name="Kutera, Evan J" userId="6eaeeab0-d8f4-4b3c-b45f-1fba27b37feb" providerId="ADAL" clId="{D1C52843-BBCB-4FB3-B41F-A9ED6603DE9C}" dt="2026-10-17T18:15:40.149" v="260"/>
          <ac:picMkLst>
            <pc:docMk/>
            <pc:sldMk cId="3622813526" sldId="276"/>
            <ac:picMk id="17" creationId="{B9238B3E-24AA-439A-B527-6C5DF6D72145}"/>
          </ac:picMkLst>
        </pc:picChg>
        <pc:picChg chg="add del">
          <ac:chgData name="Kutera, Evan J" userId="6eaeeab0-d8f4-4b3c-b45f-1fba27b37feb" providerId="ADAL" clId="{D1C52843-BBCB-4FB3-B41F-A9ED6603DE9C}" dt="2026-10-17T18:15:40.149" v="260"/>
          <ac:picMkLst>
            <pc:docMk/>
            <pc:sldMk cId="3622813526" sldId="276"/>
            <ac:picMk id="19" creationId="{69F01145-BEA3-4CBF-AA21-10077B948CA8}"/>
          </ac:picMkLst>
        </pc:picChg>
      </pc:sldChg>
      <pc:sldChg chg="modSp new mod modNotesTx">
        <pc:chgData name="Kutera, Evan J" userId="6eaeeab0-d8f4-4b3c-b45f-1fba27b37feb" providerId="ADAL" clId="{D1C52843-BBCB-4FB3-B41F-A9ED6603DE9C}" dt="2026-10-17T18:24:12.441" v="271" actId="20577"/>
        <pc:sldMkLst>
          <pc:docMk/>
          <pc:sldMk cId="4049642406" sldId="277"/>
        </pc:sldMkLst>
        <pc:spChg chg="mod">
          <ac:chgData name="Kutera, Evan J" userId="6eaeeab0-d8f4-4b3c-b45f-1fba27b37feb" providerId="ADAL" clId="{D1C52843-BBCB-4FB3-B41F-A9ED6603DE9C}" dt="2026-10-17T18:15:40.149" v="260"/>
          <ac:spMkLst>
            <pc:docMk/>
            <pc:sldMk cId="4049642406" sldId="277"/>
            <ac:spMk id="2" creationId="{C77EF57B-7437-BCF7-8D0A-4A4E0C730DB0}"/>
          </ac:spMkLst>
        </pc:spChg>
        <pc:spChg chg="mod">
          <ac:chgData name="Kutera, Evan J" userId="6eaeeab0-d8f4-4b3c-b45f-1fba27b37feb" providerId="ADAL" clId="{D1C52843-BBCB-4FB3-B41F-A9ED6603DE9C}" dt="2026-10-17T18:15:40.149" v="260"/>
          <ac:spMkLst>
            <pc:docMk/>
            <pc:sldMk cId="4049642406" sldId="277"/>
            <ac:spMk id="3" creationId="{0608640A-8E34-5984-A328-85B1F4DA4668}"/>
          </ac:spMkLst>
        </pc:spChg>
      </pc:sldChg>
      <pc:sldChg chg="addSp delSp modSp new mod modClrScheme chgLayout modNotesTx">
        <pc:chgData name="Kutera, Evan J" userId="6eaeeab0-d8f4-4b3c-b45f-1fba27b37feb" providerId="ADAL" clId="{D1C52843-BBCB-4FB3-B41F-A9ED6603DE9C}" dt="2026-10-17T18:15:40.149" v="260"/>
        <pc:sldMkLst>
          <pc:docMk/>
          <pc:sldMk cId="4043222777" sldId="278"/>
        </pc:sldMkLst>
        <pc:spChg chg="mod ord">
          <ac:chgData name="Kutera, Evan J" userId="6eaeeab0-d8f4-4b3c-b45f-1fba27b37feb" providerId="ADAL" clId="{D1C52843-BBCB-4FB3-B41F-A9ED6603DE9C}" dt="2026-10-17T18:13:10.885" v="239"/>
          <ac:spMkLst>
            <pc:docMk/>
            <pc:sldMk cId="4043222777" sldId="278"/>
            <ac:spMk id="2" creationId="{8B4E0DF4-6C93-1D05-6829-05512FF9A13D}"/>
          </ac:spMkLst>
        </pc:spChg>
        <pc:spChg chg="add mod ord">
          <ac:chgData name="Kutera, Evan J" userId="6eaeeab0-d8f4-4b3c-b45f-1fba27b37feb" providerId="ADAL" clId="{D1C52843-BBCB-4FB3-B41F-A9ED6603DE9C}" dt="2026-10-17T17:47:32.799" v="137" actId="14100"/>
          <ac:spMkLst>
            <pc:docMk/>
            <pc:sldMk cId="4043222777" sldId="278"/>
            <ac:spMk id="4" creationId="{9C49DF2F-3284-E1B5-2133-308E8CB4B993}"/>
          </ac:spMkLst>
        </pc:spChg>
        <pc:spChg chg="add mod ord">
          <ac:chgData name="Kutera, Evan J" userId="6eaeeab0-d8f4-4b3c-b45f-1fba27b37feb" providerId="ADAL" clId="{D1C52843-BBCB-4FB3-B41F-A9ED6603DE9C}" dt="2026-10-17T17:48:02.258" v="140"/>
          <ac:spMkLst>
            <pc:docMk/>
            <pc:sldMk cId="4043222777" sldId="278"/>
            <ac:spMk id="5" creationId="{B7AD448B-3130-162F-4799-9FEBA9E2C45D}"/>
          </ac:spMkLst>
        </pc:spChg>
        <pc:spChg chg="add mod ord">
          <ac:chgData name="Kutera, Evan J" userId="6eaeeab0-d8f4-4b3c-b45f-1fba27b37feb" providerId="ADAL" clId="{D1C52843-BBCB-4FB3-B41F-A9ED6603DE9C}" dt="2026-10-17T17:48:43.520" v="145"/>
          <ac:spMkLst>
            <pc:docMk/>
            <pc:sldMk cId="4043222777" sldId="278"/>
            <ac:spMk id="6" creationId="{580FDD3B-4CA3-BDC3-74C4-2B830397B726}"/>
          </ac:spMkLst>
        </pc:spChg>
        <pc:spChg chg="add mod ord">
          <ac:chgData name="Kutera, Evan J" userId="6eaeeab0-d8f4-4b3c-b45f-1fba27b37feb" providerId="ADAL" clId="{D1C52843-BBCB-4FB3-B41F-A9ED6603DE9C}" dt="2026-10-17T18:15:40.149" v="260"/>
          <ac:spMkLst>
            <pc:docMk/>
            <pc:sldMk cId="4043222777" sldId="278"/>
            <ac:spMk id="7" creationId="{21269D56-01EE-C1C1-3499-6F7326D3291D}"/>
          </ac:spMkLst>
        </pc:spChg>
        <pc:spChg chg="add mod ord">
          <ac:chgData name="Kutera, Evan J" userId="6eaeeab0-d8f4-4b3c-b45f-1fba27b37feb" providerId="ADAL" clId="{D1C52843-BBCB-4FB3-B41F-A9ED6603DE9C}" dt="2026-10-17T18:15:40.149" v="260"/>
          <ac:spMkLst>
            <pc:docMk/>
            <pc:sldMk cId="4043222777" sldId="278"/>
            <ac:spMk id="8" creationId="{95851E61-827B-FF01-F605-EBFD7E740905}"/>
          </ac:spMkLst>
        </pc:spChg>
        <pc:spChg chg="add mod ord">
          <ac:chgData name="Kutera, Evan J" userId="6eaeeab0-d8f4-4b3c-b45f-1fba27b37feb" providerId="ADAL" clId="{D1C52843-BBCB-4FB3-B41F-A9ED6603DE9C}" dt="2026-10-17T18:15:40.149" v="260"/>
          <ac:spMkLst>
            <pc:docMk/>
            <pc:sldMk cId="4043222777" sldId="278"/>
            <ac:spMk id="9" creationId="{B1374A7B-272B-AFD3-78AD-4987C2A1AC21}"/>
          </ac:spMkLst>
        </pc:spChg>
      </pc:sldChg>
    </pc:docChg>
  </pc:docChgLst>
  <pc:docChgLst>
    <pc:chgData name="Kutera, Evan J" userId="6eaeeab0-d8f4-4b3c-b45f-1fba27b37feb" providerId="ADAL" clId="{EC29BC72-F973-4715-B91A-479B350F08A7}"/>
    <pc:docChg chg="undo custSel addSld delSld modSld">
      <pc:chgData name="Kutera, Evan J" userId="6eaeeab0-d8f4-4b3c-b45f-1fba27b37feb" providerId="ADAL" clId="{EC29BC72-F973-4715-B91A-479B350F08A7}" dt="2026-10-22T12:18:03.249" v="20" actId="20577"/>
      <pc:docMkLst>
        <pc:docMk/>
      </pc:docMkLst>
      <pc:sldChg chg="modNotesTx">
        <pc:chgData name="Kutera, Evan J" userId="6eaeeab0-d8f4-4b3c-b45f-1fba27b37feb" providerId="ADAL" clId="{EC29BC72-F973-4715-B91A-479B350F08A7}" dt="2026-10-22T12:09:46.874" v="5" actId="20577"/>
        <pc:sldMkLst>
          <pc:docMk/>
          <pc:sldMk cId="782505369" sldId="257"/>
        </pc:sldMkLst>
      </pc:sldChg>
      <pc:sldChg chg="modNotesTx">
        <pc:chgData name="Kutera, Evan J" userId="6eaeeab0-d8f4-4b3c-b45f-1fba27b37feb" providerId="ADAL" clId="{EC29BC72-F973-4715-B91A-479B350F08A7}" dt="2026-10-22T12:13:15.654" v="7" actId="20577"/>
        <pc:sldMkLst>
          <pc:docMk/>
          <pc:sldMk cId="1389724034" sldId="260"/>
        </pc:sldMkLst>
      </pc:sldChg>
      <pc:sldChg chg="modNotesTx">
        <pc:chgData name="Kutera, Evan J" userId="6eaeeab0-d8f4-4b3c-b45f-1fba27b37feb" providerId="ADAL" clId="{EC29BC72-F973-4715-B91A-479B350F08A7}" dt="2026-10-22T12:14:20.057" v="12" actId="20577"/>
        <pc:sldMkLst>
          <pc:docMk/>
          <pc:sldMk cId="903033303" sldId="261"/>
        </pc:sldMkLst>
      </pc:sldChg>
      <pc:sldChg chg="modNotesTx">
        <pc:chgData name="Kutera, Evan J" userId="6eaeeab0-d8f4-4b3c-b45f-1fba27b37feb" providerId="ADAL" clId="{EC29BC72-F973-4715-B91A-479B350F08A7}" dt="2026-10-22T12:16:05.465" v="14" actId="20577"/>
        <pc:sldMkLst>
          <pc:docMk/>
          <pc:sldMk cId="3797636023" sldId="266"/>
        </pc:sldMkLst>
      </pc:sldChg>
      <pc:sldChg chg="modNotesTx">
        <pc:chgData name="Kutera, Evan J" userId="6eaeeab0-d8f4-4b3c-b45f-1fba27b37feb" providerId="ADAL" clId="{EC29BC72-F973-4715-B91A-479B350F08A7}" dt="2026-10-22T12:16:47.140" v="16" actId="20577"/>
        <pc:sldMkLst>
          <pc:docMk/>
          <pc:sldMk cId="3938013039" sldId="267"/>
        </pc:sldMkLst>
      </pc:sldChg>
      <pc:sldChg chg="new">
        <pc:chgData name="Kutera, Evan J" userId="6eaeeab0-d8f4-4b3c-b45f-1fba27b37feb" providerId="ADAL" clId="{EC29BC72-F973-4715-B91A-479B350F08A7}" dt="2026-10-12T17:42:18.368" v="2" actId="680"/>
        <pc:sldMkLst>
          <pc:docMk/>
          <pc:sldMk cId="1814168860" sldId="268"/>
        </pc:sldMkLst>
      </pc:sldChg>
      <pc:sldChg chg="new modNotesTx">
        <pc:chgData name="Kutera, Evan J" userId="6eaeeab0-d8f4-4b3c-b45f-1fba27b37feb" providerId="ADAL" clId="{EC29BC72-F973-4715-B91A-479B350F08A7}" dt="2026-10-22T12:17:49.371" v="19" actId="20577"/>
        <pc:sldMkLst>
          <pc:docMk/>
          <pc:sldMk cId="21178762" sldId="269"/>
        </pc:sldMkLst>
      </pc:sldChg>
      <pc:sldChg chg="new modNotesTx">
        <pc:chgData name="Kutera, Evan J" userId="6eaeeab0-d8f4-4b3c-b45f-1fba27b37feb" providerId="ADAL" clId="{EC29BC72-F973-4715-B91A-479B350F08A7}" dt="2026-10-22T12:18:03.249" v="20" actId="20577"/>
        <pc:sldMkLst>
          <pc:docMk/>
          <pc:sldMk cId="1809283323" sldId="270"/>
        </pc:sldMkLst>
      </pc:sldChg>
      <pc:sldChg chg="modNotesTx">
        <pc:chgData name="Kutera, Evan J" userId="6eaeeab0-d8f4-4b3c-b45f-1fba27b37feb" providerId="ADAL" clId="{EC29BC72-F973-4715-B91A-479B350F08A7}" dt="2026-10-22T12:11:05.777" v="6" actId="20577"/>
        <pc:sldMkLst>
          <pc:docMk/>
          <pc:sldMk cId="1058683662" sldId="272"/>
        </pc:sldMkLst>
      </pc:sldChg>
      <pc:sldChg chg="modNotesTx">
        <pc:chgData name="Kutera, Evan J" userId="6eaeeab0-d8f4-4b3c-b45f-1fba27b37feb" providerId="ADAL" clId="{EC29BC72-F973-4715-B91A-479B350F08A7}" dt="2026-10-22T12:13:24.310" v="9" actId="20577"/>
        <pc:sldMkLst>
          <pc:docMk/>
          <pc:sldMk cId="1735040833" sldId="273"/>
        </pc:sldMkLst>
      </pc:sldChg>
      <pc:sldChg chg="modNotesTx">
        <pc:chgData name="Kutera, Evan J" userId="6eaeeab0-d8f4-4b3c-b45f-1fba27b37feb" providerId="ADAL" clId="{EC29BC72-F973-4715-B91A-479B350F08A7}" dt="2026-10-22T12:13:46.513" v="10" actId="20577"/>
        <pc:sldMkLst>
          <pc:docMk/>
          <pc:sldMk cId="898473849" sldId="274"/>
        </pc:sldMkLst>
      </pc:sldChg>
      <pc:sldChg chg="modNotesTx">
        <pc:chgData name="Kutera, Evan J" userId="6eaeeab0-d8f4-4b3c-b45f-1fba27b37feb" providerId="ADAL" clId="{EC29BC72-F973-4715-B91A-479B350F08A7}" dt="2026-10-22T12:15:05.609" v="13" actId="20577"/>
        <pc:sldMkLst>
          <pc:docMk/>
          <pc:sldMk cId="865887197" sldId="275"/>
        </pc:sldMkLst>
      </pc:sldChg>
      <pc:sldChg chg="modNotesTx">
        <pc:chgData name="Kutera, Evan J" userId="6eaeeab0-d8f4-4b3c-b45f-1fba27b37feb" providerId="ADAL" clId="{EC29BC72-F973-4715-B91A-479B350F08A7}" dt="2026-10-22T12:16:22.313" v="15" actId="20577"/>
        <pc:sldMkLst>
          <pc:docMk/>
          <pc:sldMk cId="3622813526" sldId="276"/>
        </pc:sldMkLst>
      </pc:sldChg>
      <pc:sldChg chg="modNotesTx">
        <pc:chgData name="Kutera, Evan J" userId="6eaeeab0-d8f4-4b3c-b45f-1fba27b37feb" providerId="ADAL" clId="{EC29BC72-F973-4715-B91A-479B350F08A7}" dt="2026-10-22T12:17:13.441" v="17" actId="20577"/>
        <pc:sldMkLst>
          <pc:docMk/>
          <pc:sldMk cId="4049642406" sldId="277"/>
        </pc:sldMkLst>
      </pc:sldChg>
      <pc:sldChg chg="modNotesTx">
        <pc:chgData name="Kutera, Evan J" userId="6eaeeab0-d8f4-4b3c-b45f-1fba27b37feb" providerId="ADAL" clId="{EC29BC72-F973-4715-B91A-479B350F08A7}" dt="2026-10-22T12:17:32.087" v="18" actId="20577"/>
        <pc:sldMkLst>
          <pc:docMk/>
          <pc:sldMk cId="4043222777" sldId="278"/>
        </pc:sldMkLst>
      </pc:sldChg>
    </pc:docChg>
  </pc:docChgLst>
  <pc:docChgLst>
    <pc:chgData name="Kutera, Evan J" userId="6eaeeab0-d8f4-4b3c-b45f-1fba27b37feb" providerId="ADAL" clId="{B60128CD-4534-46A6-8E3C-A0C36265FB6B}"/>
    <pc:docChg chg="undo custSel addSld delSld modSld">
      <pc:chgData name="Kutera, Evan J" userId="6eaeeab0-d8f4-4b3c-b45f-1fba27b37feb" providerId="ADAL" clId="{B60128CD-4534-46A6-8E3C-A0C36265FB6B}" dt="2026-10-12T19:52:09.935" v="173" actId="26606"/>
      <pc:docMkLst>
        <pc:docMk/>
      </pc:docMkLst>
      <pc:sldChg chg="addSp modSp mod setBg addAnim">
        <pc:chgData name="Kutera, Evan J" userId="6eaeeab0-d8f4-4b3c-b45f-1fba27b37feb" providerId="ADAL" clId="{B60128CD-4534-46A6-8E3C-A0C36265FB6B}" dt="2026-10-12T19:36:28.471" v="74"/>
        <pc:sldMkLst>
          <pc:docMk/>
          <pc:sldMk cId="2484160709" sldId="256"/>
        </pc:sldMkLst>
        <pc:spChg chg="mod">
          <ac:chgData name="Kutera, Evan J" userId="6eaeeab0-d8f4-4b3c-b45f-1fba27b37feb" providerId="ADAL" clId="{B60128CD-4534-46A6-8E3C-A0C36265FB6B}" dt="2026-10-12T19:36:28.464" v="72" actId="26606"/>
          <ac:spMkLst>
            <pc:docMk/>
            <pc:sldMk cId="2484160709" sldId="256"/>
            <ac:spMk id="2" creationId="{2CBDDFDE-6FDF-712A-7071-DF38A180470A}"/>
          </ac:spMkLst>
        </pc:spChg>
        <pc:spChg chg="mod">
          <ac:chgData name="Kutera, Evan J" userId="6eaeeab0-d8f4-4b3c-b45f-1fba27b37feb" providerId="ADAL" clId="{B60128CD-4534-46A6-8E3C-A0C36265FB6B}" dt="2026-10-12T19:36:28.464" v="72" actId="26606"/>
          <ac:spMkLst>
            <pc:docMk/>
            <pc:sldMk cId="2484160709" sldId="256"/>
            <ac:spMk id="3" creationId="{19A7BED0-59D7-621B-43F3-BE2EA6E78BE2}"/>
          </ac:spMkLst>
        </pc:spChg>
        <pc:picChg chg="add">
          <ac:chgData name="Kutera, Evan J" userId="6eaeeab0-d8f4-4b3c-b45f-1fba27b37feb" providerId="ADAL" clId="{B60128CD-4534-46A6-8E3C-A0C36265FB6B}" dt="2026-10-12T19:36:28.464" v="72" actId="26606"/>
          <ac:picMkLst>
            <pc:docMk/>
            <pc:sldMk cId="2484160709" sldId="256"/>
            <ac:picMk id="5" creationId="{2508F41E-EF75-D040-681B-62CFC61622EA}"/>
          </ac:picMkLst>
        </pc:picChg>
      </pc:sldChg>
      <pc:sldChg chg="addSp modSp mod setBg setClrOvrMap">
        <pc:chgData name="Kutera, Evan J" userId="6eaeeab0-d8f4-4b3c-b45f-1fba27b37feb" providerId="ADAL" clId="{B60128CD-4534-46A6-8E3C-A0C36265FB6B}" dt="2026-10-12T19:35:43.518" v="69" actId="26606"/>
        <pc:sldMkLst>
          <pc:docMk/>
          <pc:sldMk cId="782505369" sldId="257"/>
        </pc:sldMkLst>
        <pc:spChg chg="mod">
          <ac:chgData name="Kutera, Evan J" userId="6eaeeab0-d8f4-4b3c-b45f-1fba27b37feb" providerId="ADAL" clId="{B60128CD-4534-46A6-8E3C-A0C36265FB6B}" dt="2026-10-12T19:35:43.518" v="69" actId="26606"/>
          <ac:spMkLst>
            <pc:docMk/>
            <pc:sldMk cId="782505369" sldId="257"/>
            <ac:spMk id="2" creationId="{39137BFA-3CDF-BB14-CE39-4B4144996D3E}"/>
          </ac:spMkLst>
        </pc:spChg>
        <pc:spChg chg="mod">
          <ac:chgData name="Kutera, Evan J" userId="6eaeeab0-d8f4-4b3c-b45f-1fba27b37feb" providerId="ADAL" clId="{B60128CD-4534-46A6-8E3C-A0C36265FB6B}" dt="2026-10-12T19:35:43.518" v="69" actId="26606"/>
          <ac:spMkLst>
            <pc:docMk/>
            <pc:sldMk cId="782505369" sldId="257"/>
            <ac:spMk id="3" creationId="{8A23BF5C-38CE-DEC0-BBED-BDA014D4BB6E}"/>
          </ac:spMkLst>
        </pc:spChg>
        <pc:spChg chg="add">
          <ac:chgData name="Kutera, Evan J" userId="6eaeeab0-d8f4-4b3c-b45f-1fba27b37feb" providerId="ADAL" clId="{B60128CD-4534-46A6-8E3C-A0C36265FB6B}" dt="2026-10-12T19:35:43.518" v="69" actId="26606"/>
          <ac:spMkLst>
            <pc:docMk/>
            <pc:sldMk cId="782505369" sldId="257"/>
            <ac:spMk id="10" creationId="{C8A3C342-1D03-412F-8DD3-BF519E8E0AE9}"/>
          </ac:spMkLst>
        </pc:spChg>
        <pc:spChg chg="add">
          <ac:chgData name="Kutera, Evan J" userId="6eaeeab0-d8f4-4b3c-b45f-1fba27b37feb" providerId="ADAL" clId="{B60128CD-4534-46A6-8E3C-A0C36265FB6B}" dt="2026-10-12T19:35:43.518" v="69" actId="26606"/>
          <ac:spMkLst>
            <pc:docMk/>
            <pc:sldMk cId="782505369" sldId="257"/>
            <ac:spMk id="12" creationId="{81CC9B02-E087-4350-AEBD-2C3CF001AF01}"/>
          </ac:spMkLst>
        </pc:spChg>
        <pc:spChg chg="add">
          <ac:chgData name="Kutera, Evan J" userId="6eaeeab0-d8f4-4b3c-b45f-1fba27b37feb" providerId="ADAL" clId="{B60128CD-4534-46A6-8E3C-A0C36265FB6B}" dt="2026-10-12T19:35:43.518" v="69" actId="26606"/>
          <ac:spMkLst>
            <pc:docMk/>
            <pc:sldMk cId="782505369" sldId="257"/>
            <ac:spMk id="14" creationId="{AC3BF0FA-36FA-4CE9-840E-F7C3A8F168B5}"/>
          </ac:spMkLst>
        </pc:spChg>
        <pc:spChg chg="add">
          <ac:chgData name="Kutera, Evan J" userId="6eaeeab0-d8f4-4b3c-b45f-1fba27b37feb" providerId="ADAL" clId="{B60128CD-4534-46A6-8E3C-A0C36265FB6B}" dt="2026-10-12T19:35:43.518" v="69" actId="26606"/>
          <ac:spMkLst>
            <pc:docMk/>
            <pc:sldMk cId="782505369" sldId="257"/>
            <ac:spMk id="16" creationId="{D6F18ACE-6E82-4ADC-8A2F-A1771B309B16}"/>
          </ac:spMkLst>
        </pc:spChg>
        <pc:picChg chg="add">
          <ac:chgData name="Kutera, Evan J" userId="6eaeeab0-d8f4-4b3c-b45f-1fba27b37feb" providerId="ADAL" clId="{B60128CD-4534-46A6-8E3C-A0C36265FB6B}" dt="2026-10-12T19:35:43.518" v="69" actId="26606"/>
          <ac:picMkLst>
            <pc:docMk/>
            <pc:sldMk cId="782505369" sldId="257"/>
            <ac:picMk id="7" creationId="{5E8B0AC3-4FAD-B172-8B94-505E070D7245}"/>
          </ac:picMkLst>
        </pc:picChg>
      </pc:sldChg>
      <pc:sldChg chg="addSp modSp mod setBg">
        <pc:chgData name="Kutera, Evan J" userId="6eaeeab0-d8f4-4b3c-b45f-1fba27b37feb" providerId="ADAL" clId="{B60128CD-4534-46A6-8E3C-A0C36265FB6B}" dt="2026-10-12T19:36:02.314" v="70" actId="26606"/>
        <pc:sldMkLst>
          <pc:docMk/>
          <pc:sldMk cId="1638876283" sldId="258"/>
        </pc:sldMkLst>
        <pc:spChg chg="mod">
          <ac:chgData name="Kutera, Evan J" userId="6eaeeab0-d8f4-4b3c-b45f-1fba27b37feb" providerId="ADAL" clId="{B60128CD-4534-46A6-8E3C-A0C36265FB6B}" dt="2026-10-12T19:36:02.314" v="70" actId="26606"/>
          <ac:spMkLst>
            <pc:docMk/>
            <pc:sldMk cId="1638876283" sldId="258"/>
            <ac:spMk id="2" creationId="{87FF9CC9-AE35-F489-D571-1FC9AE3F4608}"/>
          </ac:spMkLst>
        </pc:spChg>
        <pc:spChg chg="mod">
          <ac:chgData name="Kutera, Evan J" userId="6eaeeab0-d8f4-4b3c-b45f-1fba27b37feb" providerId="ADAL" clId="{B60128CD-4534-46A6-8E3C-A0C36265FB6B}" dt="2026-10-12T19:36:02.314" v="70" actId="26606"/>
          <ac:spMkLst>
            <pc:docMk/>
            <pc:sldMk cId="1638876283" sldId="258"/>
            <ac:spMk id="3" creationId="{350819F9-9027-0822-5A82-BE24DED979FF}"/>
          </ac:spMkLst>
        </pc:spChg>
        <pc:spChg chg="add">
          <ac:chgData name="Kutera, Evan J" userId="6eaeeab0-d8f4-4b3c-b45f-1fba27b37feb" providerId="ADAL" clId="{B60128CD-4534-46A6-8E3C-A0C36265FB6B}" dt="2026-10-12T19:36:02.314" v="70" actId="26606"/>
          <ac:spMkLst>
            <pc:docMk/>
            <pc:sldMk cId="1638876283" sldId="258"/>
            <ac:spMk id="9" creationId="{C8A3C342-1D03-412F-8DD3-BF519E8E0AE9}"/>
          </ac:spMkLst>
        </pc:spChg>
        <pc:spChg chg="add">
          <ac:chgData name="Kutera, Evan J" userId="6eaeeab0-d8f4-4b3c-b45f-1fba27b37feb" providerId="ADAL" clId="{B60128CD-4534-46A6-8E3C-A0C36265FB6B}" dt="2026-10-12T19:36:02.314" v="70" actId="26606"/>
          <ac:spMkLst>
            <pc:docMk/>
            <pc:sldMk cId="1638876283" sldId="258"/>
            <ac:spMk id="11" creationId="{81CC9B02-E087-4350-AEBD-2C3CF001AF01}"/>
          </ac:spMkLst>
        </pc:spChg>
        <pc:picChg chg="add">
          <ac:chgData name="Kutera, Evan J" userId="6eaeeab0-d8f4-4b3c-b45f-1fba27b37feb" providerId="ADAL" clId="{B60128CD-4534-46A6-8E3C-A0C36265FB6B}" dt="2026-10-12T19:36:02.314" v="70" actId="26606"/>
          <ac:picMkLst>
            <pc:docMk/>
            <pc:sldMk cId="1638876283" sldId="258"/>
            <ac:picMk id="5" creationId="{8299489C-78D5-14CA-8B0F-319A421EE7B8}"/>
          </ac:picMkLst>
        </pc:picChg>
      </pc:sldChg>
      <pc:sldChg chg="addSp modSp mod setBg">
        <pc:chgData name="Kutera, Evan J" userId="6eaeeab0-d8f4-4b3c-b45f-1fba27b37feb" providerId="ADAL" clId="{B60128CD-4534-46A6-8E3C-A0C36265FB6B}" dt="2026-10-12T19:36:15.656" v="71" actId="26606"/>
        <pc:sldMkLst>
          <pc:docMk/>
          <pc:sldMk cId="3962411067" sldId="259"/>
        </pc:sldMkLst>
        <pc:spChg chg="mod">
          <ac:chgData name="Kutera, Evan J" userId="6eaeeab0-d8f4-4b3c-b45f-1fba27b37feb" providerId="ADAL" clId="{B60128CD-4534-46A6-8E3C-A0C36265FB6B}" dt="2026-10-12T19:36:15.656" v="71" actId="26606"/>
          <ac:spMkLst>
            <pc:docMk/>
            <pc:sldMk cId="3962411067" sldId="259"/>
            <ac:spMk id="2" creationId="{B9CD063B-8EEF-EB66-C8E6-5CE1491E947F}"/>
          </ac:spMkLst>
        </pc:spChg>
        <pc:spChg chg="mod">
          <ac:chgData name="Kutera, Evan J" userId="6eaeeab0-d8f4-4b3c-b45f-1fba27b37feb" providerId="ADAL" clId="{B60128CD-4534-46A6-8E3C-A0C36265FB6B}" dt="2026-10-12T19:36:15.656" v="71" actId="26606"/>
          <ac:spMkLst>
            <pc:docMk/>
            <pc:sldMk cId="3962411067" sldId="259"/>
            <ac:spMk id="3" creationId="{D02807CC-7A22-D7C7-7A2E-1896999952CA}"/>
          </ac:spMkLst>
        </pc:spChg>
        <pc:spChg chg="add">
          <ac:chgData name="Kutera, Evan J" userId="6eaeeab0-d8f4-4b3c-b45f-1fba27b37feb" providerId="ADAL" clId="{B60128CD-4534-46A6-8E3C-A0C36265FB6B}" dt="2026-10-12T19:36:15.656" v="71" actId="26606"/>
          <ac:spMkLst>
            <pc:docMk/>
            <pc:sldMk cId="3962411067" sldId="259"/>
            <ac:spMk id="9" creationId="{4554089D-779D-46F6-81CB-EA9C12693944}"/>
          </ac:spMkLst>
        </pc:spChg>
        <pc:picChg chg="add">
          <ac:chgData name="Kutera, Evan J" userId="6eaeeab0-d8f4-4b3c-b45f-1fba27b37feb" providerId="ADAL" clId="{B60128CD-4534-46A6-8E3C-A0C36265FB6B}" dt="2026-10-12T19:36:15.656" v="71" actId="26606"/>
          <ac:picMkLst>
            <pc:docMk/>
            <pc:sldMk cId="3962411067" sldId="259"/>
            <ac:picMk id="5" creationId="{82BCF430-F02B-0D58-D366-86748CAD1548}"/>
          </ac:picMkLst>
        </pc:picChg>
      </pc:sldChg>
      <pc:sldChg chg="addSp delSp modSp mod setBg modClrScheme setClrOvrMap chgLayout">
        <pc:chgData name="Kutera, Evan J" userId="6eaeeab0-d8f4-4b3c-b45f-1fba27b37feb" providerId="ADAL" clId="{B60128CD-4534-46A6-8E3C-A0C36265FB6B}" dt="2026-10-12T19:52:09.935" v="173" actId="26606"/>
        <pc:sldMkLst>
          <pc:docMk/>
          <pc:sldMk cId="1389724034" sldId="260"/>
        </pc:sldMkLst>
        <pc:spChg chg="mod ord">
          <ac:chgData name="Kutera, Evan J" userId="6eaeeab0-d8f4-4b3c-b45f-1fba27b37feb" providerId="ADAL" clId="{B60128CD-4534-46A6-8E3C-A0C36265FB6B}" dt="2026-10-12T19:49:06.964" v="154" actId="26606"/>
          <ac:spMkLst>
            <pc:docMk/>
            <pc:sldMk cId="1389724034" sldId="260"/>
            <ac:spMk id="2" creationId="{0D645A24-65EA-6DA8-050F-E485799C340E}"/>
          </ac:spMkLst>
        </pc:spChg>
        <pc:spChg chg="add mod">
          <ac:chgData name="Kutera, Evan J" userId="6eaeeab0-d8f4-4b3c-b45f-1fba27b37feb" providerId="ADAL" clId="{B60128CD-4534-46A6-8E3C-A0C36265FB6B}" dt="2026-10-12T19:49:06.964" v="154" actId="26606"/>
          <ac:spMkLst>
            <pc:docMk/>
            <pc:sldMk cId="1389724034" sldId="260"/>
            <ac:spMk id="36" creationId="{1F25CB79-AAC5-806F-4FFA-F4C32FBE6ADE}"/>
          </ac:spMkLst>
        </pc:spChg>
      </pc:sldChg>
      <pc:sldChg chg="addSp delSp modSp mod modClrScheme chgLayout">
        <pc:chgData name="Kutera, Evan J" userId="6eaeeab0-d8f4-4b3c-b45f-1fba27b37feb" providerId="ADAL" clId="{B60128CD-4534-46A6-8E3C-A0C36265FB6B}" dt="2026-10-12T19:41:13.747" v="89" actId="26606"/>
        <pc:sldMkLst>
          <pc:docMk/>
          <pc:sldMk cId="903033303" sldId="261"/>
        </pc:sldMkLst>
        <pc:spChg chg="mod ord">
          <ac:chgData name="Kutera, Evan J" userId="6eaeeab0-d8f4-4b3c-b45f-1fba27b37feb" providerId="ADAL" clId="{B60128CD-4534-46A6-8E3C-A0C36265FB6B}" dt="2026-10-12T19:40:27.686" v="86" actId="700"/>
          <ac:spMkLst>
            <pc:docMk/>
            <pc:sldMk cId="903033303" sldId="261"/>
            <ac:spMk id="2" creationId="{270CBBC1-753C-DDE2-16BF-784B0A23CF8C}"/>
          </ac:spMkLst>
        </pc:spChg>
        <pc:spChg chg="add mod ord">
          <ac:chgData name="Kutera, Evan J" userId="6eaeeab0-d8f4-4b3c-b45f-1fba27b37feb" providerId="ADAL" clId="{B60128CD-4534-46A6-8E3C-A0C36265FB6B}" dt="2026-10-12T19:40:59.124" v="88"/>
          <ac:spMkLst>
            <pc:docMk/>
            <pc:sldMk cId="903033303" sldId="261"/>
            <ac:spMk id="5" creationId="{4A2E96CF-53B8-6A25-A6B9-736112C83EE0}"/>
          </ac:spMkLst>
        </pc:spChg>
        <pc:graphicFrameChg chg="add">
          <ac:chgData name="Kutera, Evan J" userId="6eaeeab0-d8f4-4b3c-b45f-1fba27b37feb" providerId="ADAL" clId="{B60128CD-4534-46A6-8E3C-A0C36265FB6B}" dt="2026-10-12T19:41:13.747" v="89" actId="26606"/>
          <ac:graphicFrameMkLst>
            <pc:docMk/>
            <pc:sldMk cId="903033303" sldId="261"/>
            <ac:graphicFrameMk id="7" creationId="{6A00C728-5508-8BA6-4788-F2CB155B59E0}"/>
          </ac:graphicFrameMkLst>
        </pc:graphicFrameChg>
      </pc:sldChg>
      <pc:sldChg chg="addSp modSp mod setBg">
        <pc:chgData name="Kutera, Evan J" userId="6eaeeab0-d8f4-4b3c-b45f-1fba27b37feb" providerId="ADAL" clId="{B60128CD-4534-46A6-8E3C-A0C36265FB6B}" dt="2026-10-12T19:39:36.700" v="84" actId="26606"/>
        <pc:sldMkLst>
          <pc:docMk/>
          <pc:sldMk cId="2707850687" sldId="262"/>
        </pc:sldMkLst>
        <pc:spChg chg="mod">
          <ac:chgData name="Kutera, Evan J" userId="6eaeeab0-d8f4-4b3c-b45f-1fba27b37feb" providerId="ADAL" clId="{B60128CD-4534-46A6-8E3C-A0C36265FB6B}" dt="2026-10-12T19:39:36.700" v="84" actId="26606"/>
          <ac:spMkLst>
            <pc:docMk/>
            <pc:sldMk cId="2707850687" sldId="262"/>
            <ac:spMk id="2" creationId="{7D3F7A8D-F4EF-45F7-D7BC-008902555434}"/>
          </ac:spMkLst>
        </pc:spChg>
        <pc:spChg chg="mod">
          <ac:chgData name="Kutera, Evan J" userId="6eaeeab0-d8f4-4b3c-b45f-1fba27b37feb" providerId="ADAL" clId="{B60128CD-4534-46A6-8E3C-A0C36265FB6B}" dt="2026-10-12T19:39:36.700" v="84" actId="26606"/>
          <ac:spMkLst>
            <pc:docMk/>
            <pc:sldMk cId="2707850687" sldId="262"/>
            <ac:spMk id="3" creationId="{71928D66-C785-8474-AD40-C0440AB596ED}"/>
          </ac:spMkLst>
        </pc:spChg>
        <pc:spChg chg="add">
          <ac:chgData name="Kutera, Evan J" userId="6eaeeab0-d8f4-4b3c-b45f-1fba27b37feb" providerId="ADAL" clId="{B60128CD-4534-46A6-8E3C-A0C36265FB6B}" dt="2026-10-12T19:39:36.700" v="84" actId="26606"/>
          <ac:spMkLst>
            <pc:docMk/>
            <pc:sldMk cId="2707850687" sldId="262"/>
            <ac:spMk id="9" creationId="{4554089D-779D-46F6-81CB-EA9C12693944}"/>
          </ac:spMkLst>
        </pc:spChg>
        <pc:picChg chg="add">
          <ac:chgData name="Kutera, Evan J" userId="6eaeeab0-d8f4-4b3c-b45f-1fba27b37feb" providerId="ADAL" clId="{B60128CD-4534-46A6-8E3C-A0C36265FB6B}" dt="2026-10-12T19:39:36.700" v="84" actId="26606"/>
          <ac:picMkLst>
            <pc:docMk/>
            <pc:sldMk cId="2707850687" sldId="262"/>
            <ac:picMk id="5" creationId="{296BCB93-A6D2-23AD-5CF5-396C752EF419}"/>
          </ac:picMkLst>
        </pc:picChg>
      </pc:sldChg>
      <pc:sldChg chg="addSp modSp mod setBg">
        <pc:chgData name="Kutera, Evan J" userId="6eaeeab0-d8f4-4b3c-b45f-1fba27b37feb" providerId="ADAL" clId="{B60128CD-4534-46A6-8E3C-A0C36265FB6B}" dt="2026-10-12T19:39:28.647" v="83" actId="26606"/>
        <pc:sldMkLst>
          <pc:docMk/>
          <pc:sldMk cId="3639685155" sldId="263"/>
        </pc:sldMkLst>
        <pc:spChg chg="mod">
          <ac:chgData name="Kutera, Evan J" userId="6eaeeab0-d8f4-4b3c-b45f-1fba27b37feb" providerId="ADAL" clId="{B60128CD-4534-46A6-8E3C-A0C36265FB6B}" dt="2026-10-12T19:39:28.647" v="83" actId="26606"/>
          <ac:spMkLst>
            <pc:docMk/>
            <pc:sldMk cId="3639685155" sldId="263"/>
            <ac:spMk id="2" creationId="{69C28C0D-CF56-0197-466B-7D34F98B0648}"/>
          </ac:spMkLst>
        </pc:spChg>
        <pc:spChg chg="mod">
          <ac:chgData name="Kutera, Evan J" userId="6eaeeab0-d8f4-4b3c-b45f-1fba27b37feb" providerId="ADAL" clId="{B60128CD-4534-46A6-8E3C-A0C36265FB6B}" dt="2026-10-12T19:39:28.647" v="83" actId="26606"/>
          <ac:spMkLst>
            <pc:docMk/>
            <pc:sldMk cId="3639685155" sldId="263"/>
            <ac:spMk id="3" creationId="{9A193C1F-934D-EF62-0FE4-352F8CE6B5F6}"/>
          </ac:spMkLst>
        </pc:spChg>
        <pc:spChg chg="add">
          <ac:chgData name="Kutera, Evan J" userId="6eaeeab0-d8f4-4b3c-b45f-1fba27b37feb" providerId="ADAL" clId="{B60128CD-4534-46A6-8E3C-A0C36265FB6B}" dt="2026-10-12T19:39:28.647" v="83" actId="26606"/>
          <ac:spMkLst>
            <pc:docMk/>
            <pc:sldMk cId="3639685155" sldId="263"/>
            <ac:spMk id="9" creationId="{C8A3C342-1D03-412F-8DD3-BF519E8E0AE9}"/>
          </ac:spMkLst>
        </pc:spChg>
        <pc:spChg chg="add">
          <ac:chgData name="Kutera, Evan J" userId="6eaeeab0-d8f4-4b3c-b45f-1fba27b37feb" providerId="ADAL" clId="{B60128CD-4534-46A6-8E3C-A0C36265FB6B}" dt="2026-10-12T19:39:28.647" v="83" actId="26606"/>
          <ac:spMkLst>
            <pc:docMk/>
            <pc:sldMk cId="3639685155" sldId="263"/>
            <ac:spMk id="11" creationId="{81CC9B02-E087-4350-AEBD-2C3CF001AF01}"/>
          </ac:spMkLst>
        </pc:spChg>
        <pc:picChg chg="add">
          <ac:chgData name="Kutera, Evan J" userId="6eaeeab0-d8f4-4b3c-b45f-1fba27b37feb" providerId="ADAL" clId="{B60128CD-4534-46A6-8E3C-A0C36265FB6B}" dt="2026-10-12T19:39:28.647" v="83" actId="26606"/>
          <ac:picMkLst>
            <pc:docMk/>
            <pc:sldMk cId="3639685155" sldId="263"/>
            <ac:picMk id="5" creationId="{DC229136-3582-36A2-C6BE-3F20C4469D51}"/>
          </ac:picMkLst>
        </pc:picChg>
      </pc:sldChg>
      <pc:sldChg chg="addSp delSp modSp mod setBg setClrOvrMap">
        <pc:chgData name="Kutera, Evan J" userId="6eaeeab0-d8f4-4b3c-b45f-1fba27b37feb" providerId="ADAL" clId="{B60128CD-4534-46A6-8E3C-A0C36265FB6B}" dt="2026-10-12T19:41:24.948" v="90" actId="26606"/>
        <pc:sldMkLst>
          <pc:docMk/>
          <pc:sldMk cId="623963928" sldId="264"/>
        </pc:sldMkLst>
        <pc:spChg chg="mod">
          <ac:chgData name="Kutera, Evan J" userId="6eaeeab0-d8f4-4b3c-b45f-1fba27b37feb" providerId="ADAL" clId="{B60128CD-4534-46A6-8E3C-A0C36265FB6B}" dt="2026-10-12T19:41:24.948" v="90" actId="26606"/>
          <ac:spMkLst>
            <pc:docMk/>
            <pc:sldMk cId="623963928" sldId="264"/>
            <ac:spMk id="2" creationId="{24731C56-965B-C872-103F-2D6905CEEA72}"/>
          </ac:spMkLst>
        </pc:spChg>
        <pc:spChg chg="add mod">
          <ac:chgData name="Kutera, Evan J" userId="6eaeeab0-d8f4-4b3c-b45f-1fba27b37feb" providerId="ADAL" clId="{B60128CD-4534-46A6-8E3C-A0C36265FB6B}" dt="2026-10-12T19:41:24.948" v="90" actId="26606"/>
          <ac:spMkLst>
            <pc:docMk/>
            <pc:sldMk cId="623963928" sldId="264"/>
            <ac:spMk id="6" creationId="{5817CD09-991E-25F1-FCA1-273BC3D05E48}"/>
          </ac:spMkLst>
        </pc:spChg>
        <pc:spChg chg="add">
          <ac:chgData name="Kutera, Evan J" userId="6eaeeab0-d8f4-4b3c-b45f-1fba27b37feb" providerId="ADAL" clId="{B60128CD-4534-46A6-8E3C-A0C36265FB6B}" dt="2026-10-12T19:41:24.948" v="90" actId="26606"/>
          <ac:spMkLst>
            <pc:docMk/>
            <pc:sldMk cId="623963928" sldId="264"/>
            <ac:spMk id="22" creationId="{5F3FC718-FDE3-4EF7-921E-A5F374EAF824}"/>
          </ac:spMkLst>
        </pc:spChg>
        <pc:spChg chg="add">
          <ac:chgData name="Kutera, Evan J" userId="6eaeeab0-d8f4-4b3c-b45f-1fba27b37feb" providerId="ADAL" clId="{B60128CD-4534-46A6-8E3C-A0C36265FB6B}" dt="2026-10-12T19:41:24.948" v="90" actId="26606"/>
          <ac:spMkLst>
            <pc:docMk/>
            <pc:sldMk cId="623963928" sldId="264"/>
            <ac:spMk id="24" creationId="{FAA0F719-3DC8-4F08-AD8F-5A845658CB9D}"/>
          </ac:spMkLst>
        </pc:spChg>
        <pc:spChg chg="add">
          <ac:chgData name="Kutera, Evan J" userId="6eaeeab0-d8f4-4b3c-b45f-1fba27b37feb" providerId="ADAL" clId="{B60128CD-4534-46A6-8E3C-A0C36265FB6B}" dt="2026-10-12T19:41:24.948" v="90" actId="26606"/>
          <ac:spMkLst>
            <pc:docMk/>
            <pc:sldMk cId="623963928" sldId="264"/>
            <ac:spMk id="26" creationId="{7DCB61BE-FA0F-4EFB-BE0E-268BAD8E30D6}"/>
          </ac:spMkLst>
        </pc:spChg>
        <pc:spChg chg="add">
          <ac:chgData name="Kutera, Evan J" userId="6eaeeab0-d8f4-4b3c-b45f-1fba27b37feb" providerId="ADAL" clId="{B60128CD-4534-46A6-8E3C-A0C36265FB6B}" dt="2026-10-12T19:41:24.948" v="90" actId="26606"/>
          <ac:spMkLst>
            <pc:docMk/>
            <pc:sldMk cId="623963928" sldId="264"/>
            <ac:spMk id="28" creationId="{A4B31EAA-7423-46F7-9B90-4AB2B09C35C4}"/>
          </ac:spMkLst>
        </pc:spChg>
        <pc:graphicFrameChg chg="add mod ord">
          <ac:chgData name="Kutera, Evan J" userId="6eaeeab0-d8f4-4b3c-b45f-1fba27b37feb" providerId="ADAL" clId="{B60128CD-4534-46A6-8E3C-A0C36265FB6B}" dt="2026-10-12T19:39:15.349" v="82" actId="26606"/>
          <ac:graphicFrameMkLst>
            <pc:docMk/>
            <pc:sldMk cId="623963928" sldId="264"/>
            <ac:graphicFrameMk id="4" creationId="{4319C9E0-9A74-DABA-FC19-E0B6CE4A0334}"/>
          </ac:graphicFrameMkLst>
        </pc:graphicFrameChg>
      </pc:sldChg>
      <pc:sldChg chg="addSp modSp mod setBg">
        <pc:chgData name="Kutera, Evan J" userId="6eaeeab0-d8f4-4b3c-b45f-1fba27b37feb" providerId="ADAL" clId="{B60128CD-4534-46A6-8E3C-A0C36265FB6B}" dt="2026-10-12T19:42:23.038" v="94" actId="26606"/>
        <pc:sldMkLst>
          <pc:docMk/>
          <pc:sldMk cId="3019526534" sldId="265"/>
        </pc:sldMkLst>
        <pc:spChg chg="mod">
          <ac:chgData name="Kutera, Evan J" userId="6eaeeab0-d8f4-4b3c-b45f-1fba27b37feb" providerId="ADAL" clId="{B60128CD-4534-46A6-8E3C-A0C36265FB6B}" dt="2026-10-12T19:42:23.038" v="94" actId="26606"/>
          <ac:spMkLst>
            <pc:docMk/>
            <pc:sldMk cId="3019526534" sldId="265"/>
            <ac:spMk id="2" creationId="{F64A156F-3EB3-51DA-52E0-BC3F9535ED81}"/>
          </ac:spMkLst>
        </pc:spChg>
        <pc:spChg chg="mod">
          <ac:chgData name="Kutera, Evan J" userId="6eaeeab0-d8f4-4b3c-b45f-1fba27b37feb" providerId="ADAL" clId="{B60128CD-4534-46A6-8E3C-A0C36265FB6B}" dt="2026-10-12T19:42:23.038" v="94" actId="26606"/>
          <ac:spMkLst>
            <pc:docMk/>
            <pc:sldMk cId="3019526534" sldId="265"/>
            <ac:spMk id="3" creationId="{0273894A-E38F-8412-B4D0-09B4EF4EB007}"/>
          </ac:spMkLst>
        </pc:spChg>
        <pc:picChg chg="add">
          <ac:chgData name="Kutera, Evan J" userId="6eaeeab0-d8f4-4b3c-b45f-1fba27b37feb" providerId="ADAL" clId="{B60128CD-4534-46A6-8E3C-A0C36265FB6B}" dt="2026-10-12T19:42:23.038" v="94" actId="26606"/>
          <ac:picMkLst>
            <pc:docMk/>
            <pc:sldMk cId="3019526534" sldId="265"/>
            <ac:picMk id="7" creationId="{0C412E67-7F3D-A47A-E148-2C88F302EF6C}"/>
          </ac:picMkLst>
        </pc:picChg>
      </pc:sldChg>
      <pc:sldChg chg="addSp delSp modSp mod modClrScheme chgLayout">
        <pc:chgData name="Kutera, Evan J" userId="6eaeeab0-d8f4-4b3c-b45f-1fba27b37feb" providerId="ADAL" clId="{B60128CD-4534-46A6-8E3C-A0C36265FB6B}" dt="2026-10-12T19:43:26.163" v="105" actId="26606"/>
        <pc:sldMkLst>
          <pc:docMk/>
          <pc:sldMk cId="3797636023" sldId="266"/>
        </pc:sldMkLst>
        <pc:spChg chg="mod ord">
          <ac:chgData name="Kutera, Evan J" userId="6eaeeab0-d8f4-4b3c-b45f-1fba27b37feb" providerId="ADAL" clId="{B60128CD-4534-46A6-8E3C-A0C36265FB6B}" dt="2026-10-12T19:42:53.869" v="96" actId="700"/>
          <ac:spMkLst>
            <pc:docMk/>
            <pc:sldMk cId="3797636023" sldId="266"/>
            <ac:spMk id="2" creationId="{E668CBA1-369F-E337-A21C-0961BEB48B14}"/>
          </ac:spMkLst>
        </pc:spChg>
        <pc:spChg chg="add mod ord">
          <ac:chgData name="Kutera, Evan J" userId="6eaeeab0-d8f4-4b3c-b45f-1fba27b37feb" providerId="ADAL" clId="{B60128CD-4534-46A6-8E3C-A0C36265FB6B}" dt="2026-10-12T19:43:13.021" v="100" actId="27636"/>
          <ac:spMkLst>
            <pc:docMk/>
            <pc:sldMk cId="3797636023" sldId="266"/>
            <ac:spMk id="5" creationId="{156EFC90-8E48-FCF2-F526-E3EBA7E189E3}"/>
          </ac:spMkLst>
        </pc:spChg>
        <pc:graphicFrameChg chg="add">
          <ac:chgData name="Kutera, Evan J" userId="6eaeeab0-d8f4-4b3c-b45f-1fba27b37feb" providerId="ADAL" clId="{B60128CD-4534-46A6-8E3C-A0C36265FB6B}" dt="2026-10-12T19:43:26.163" v="105" actId="26606"/>
          <ac:graphicFrameMkLst>
            <pc:docMk/>
            <pc:sldMk cId="3797636023" sldId="266"/>
            <ac:graphicFrameMk id="11" creationId="{D43D0200-3A4F-957D-7AEA-42B99D0F519D}"/>
          </ac:graphicFrameMkLst>
        </pc:graphicFrameChg>
      </pc:sldChg>
      <pc:sldChg chg="addSp delSp modSp mod modClrScheme chgLayout">
        <pc:chgData name="Kutera, Evan J" userId="6eaeeab0-d8f4-4b3c-b45f-1fba27b37feb" providerId="ADAL" clId="{B60128CD-4534-46A6-8E3C-A0C36265FB6B}" dt="2026-10-12T19:45:16.810" v="113"/>
        <pc:sldMkLst>
          <pc:docMk/>
          <pc:sldMk cId="3938013039" sldId="267"/>
        </pc:sldMkLst>
        <pc:spChg chg="mod ord">
          <ac:chgData name="Kutera, Evan J" userId="6eaeeab0-d8f4-4b3c-b45f-1fba27b37feb" providerId="ADAL" clId="{B60128CD-4534-46A6-8E3C-A0C36265FB6B}" dt="2026-10-12T19:43:56.019" v="107" actId="700"/>
          <ac:spMkLst>
            <pc:docMk/>
            <pc:sldMk cId="3938013039" sldId="267"/>
            <ac:spMk id="2" creationId="{3884E3A7-9A85-46FD-2743-D1A543773DBC}"/>
          </ac:spMkLst>
        </pc:spChg>
        <pc:spChg chg="add mod ord">
          <ac:chgData name="Kutera, Evan J" userId="6eaeeab0-d8f4-4b3c-b45f-1fba27b37feb" providerId="ADAL" clId="{B60128CD-4534-46A6-8E3C-A0C36265FB6B}" dt="2026-10-12T19:44:06.885" v="108"/>
          <ac:spMkLst>
            <pc:docMk/>
            <pc:sldMk cId="3938013039" sldId="267"/>
            <ac:spMk id="4" creationId="{7D82D94E-3707-C8AB-EA69-329AC15C8C66}"/>
          </ac:spMkLst>
        </pc:spChg>
        <pc:spChg chg="add mod ord">
          <ac:chgData name="Kutera, Evan J" userId="6eaeeab0-d8f4-4b3c-b45f-1fba27b37feb" providerId="ADAL" clId="{B60128CD-4534-46A6-8E3C-A0C36265FB6B}" dt="2026-10-12T19:44:30.741" v="110"/>
          <ac:spMkLst>
            <pc:docMk/>
            <pc:sldMk cId="3938013039" sldId="267"/>
            <ac:spMk id="5" creationId="{EABF5797-C735-52AA-C0E8-FFE8100746E5}"/>
          </ac:spMkLst>
        </pc:spChg>
        <pc:spChg chg="add mod ord">
          <ac:chgData name="Kutera, Evan J" userId="6eaeeab0-d8f4-4b3c-b45f-1fba27b37feb" providerId="ADAL" clId="{B60128CD-4534-46A6-8E3C-A0C36265FB6B}" dt="2026-10-12T19:44:58.378" v="112"/>
          <ac:spMkLst>
            <pc:docMk/>
            <pc:sldMk cId="3938013039" sldId="267"/>
            <ac:spMk id="6" creationId="{110D97F8-9E16-585A-8C15-EFB1D9610FF5}"/>
          </ac:spMkLst>
        </pc:spChg>
        <pc:spChg chg="add mod ord">
          <ac:chgData name="Kutera, Evan J" userId="6eaeeab0-d8f4-4b3c-b45f-1fba27b37feb" providerId="ADAL" clId="{B60128CD-4534-46A6-8E3C-A0C36265FB6B}" dt="2026-10-12T19:44:19.745" v="109"/>
          <ac:spMkLst>
            <pc:docMk/>
            <pc:sldMk cId="3938013039" sldId="267"/>
            <ac:spMk id="7" creationId="{DD466D8A-D4DE-9299-726A-BDEFF3207A8F}"/>
          </ac:spMkLst>
        </pc:spChg>
        <pc:spChg chg="add mod ord">
          <ac:chgData name="Kutera, Evan J" userId="6eaeeab0-d8f4-4b3c-b45f-1fba27b37feb" providerId="ADAL" clId="{B60128CD-4534-46A6-8E3C-A0C36265FB6B}" dt="2026-10-12T19:44:38.910" v="111"/>
          <ac:spMkLst>
            <pc:docMk/>
            <pc:sldMk cId="3938013039" sldId="267"/>
            <ac:spMk id="8" creationId="{AB5F61E5-32B5-ADAD-914A-FCF3CB2C8891}"/>
          </ac:spMkLst>
        </pc:spChg>
        <pc:spChg chg="add mod ord">
          <ac:chgData name="Kutera, Evan J" userId="6eaeeab0-d8f4-4b3c-b45f-1fba27b37feb" providerId="ADAL" clId="{B60128CD-4534-46A6-8E3C-A0C36265FB6B}" dt="2026-10-12T19:45:16.810" v="113"/>
          <ac:spMkLst>
            <pc:docMk/>
            <pc:sldMk cId="3938013039" sldId="267"/>
            <ac:spMk id="9" creationId="{51737BC5-8F4C-ECD3-E845-C1DC4833542A}"/>
          </ac:spMkLst>
        </pc:spChg>
      </pc:sldChg>
      <pc:sldChg chg="addSp delSp modSp mod setBg">
        <pc:chgData name="Kutera, Evan J" userId="6eaeeab0-d8f4-4b3c-b45f-1fba27b37feb" providerId="ADAL" clId="{B60128CD-4534-46A6-8E3C-A0C36265FB6B}" dt="2026-10-12T19:45:48.152" v="117" actId="26606"/>
        <pc:sldMkLst>
          <pc:docMk/>
          <pc:sldMk cId="1814168860" sldId="268"/>
        </pc:sldMkLst>
        <pc:spChg chg="mod">
          <ac:chgData name="Kutera, Evan J" userId="6eaeeab0-d8f4-4b3c-b45f-1fba27b37feb" providerId="ADAL" clId="{B60128CD-4534-46A6-8E3C-A0C36265FB6B}" dt="2026-10-12T19:45:48.152" v="117" actId="26606"/>
          <ac:spMkLst>
            <pc:docMk/>
            <pc:sldMk cId="1814168860" sldId="268"/>
            <ac:spMk id="2" creationId="{E98DB3C0-9C4F-40A6-EC2E-A74280EF3CC6}"/>
          </ac:spMkLst>
        </pc:spChg>
        <pc:graphicFrameChg chg="add">
          <ac:chgData name="Kutera, Evan J" userId="6eaeeab0-d8f4-4b3c-b45f-1fba27b37feb" providerId="ADAL" clId="{B60128CD-4534-46A6-8E3C-A0C36265FB6B}" dt="2026-10-12T19:45:48.152" v="117" actId="26606"/>
          <ac:graphicFrameMkLst>
            <pc:docMk/>
            <pc:sldMk cId="1814168860" sldId="268"/>
            <ac:graphicFrameMk id="5" creationId="{C7084F0D-15B9-DA8F-A181-BA96B6A3D040}"/>
          </ac:graphicFrameMkLst>
        </pc:graphicFrameChg>
      </pc:sldChg>
      <pc:sldChg chg="addSp delSp modSp mod modClrScheme chgLayout">
        <pc:chgData name="Kutera, Evan J" userId="6eaeeab0-d8f4-4b3c-b45f-1fba27b37feb" providerId="ADAL" clId="{B60128CD-4534-46A6-8E3C-A0C36265FB6B}" dt="2026-10-12T19:48:21.500" v="145" actId="27636"/>
        <pc:sldMkLst>
          <pc:docMk/>
          <pc:sldMk cId="21178762" sldId="269"/>
        </pc:sldMkLst>
        <pc:spChg chg="mod ord">
          <ac:chgData name="Kutera, Evan J" userId="6eaeeab0-d8f4-4b3c-b45f-1fba27b37feb" providerId="ADAL" clId="{B60128CD-4534-46A6-8E3C-A0C36265FB6B}" dt="2026-10-12T19:46:21.458" v="119" actId="700"/>
          <ac:spMkLst>
            <pc:docMk/>
            <pc:sldMk cId="21178762" sldId="269"/>
            <ac:spMk id="2" creationId="{50CE58A9-CFA2-D8F8-D68B-6E9902388830}"/>
          </ac:spMkLst>
        </pc:spChg>
        <pc:spChg chg="add mod ord">
          <ac:chgData name="Kutera, Evan J" userId="6eaeeab0-d8f4-4b3c-b45f-1fba27b37feb" providerId="ADAL" clId="{B60128CD-4534-46A6-8E3C-A0C36265FB6B}" dt="2026-10-12T19:48:21.500" v="145" actId="27636"/>
          <ac:spMkLst>
            <pc:docMk/>
            <pc:sldMk cId="21178762" sldId="269"/>
            <ac:spMk id="5" creationId="{7EAFC6B4-2239-5C25-B27D-4095DC7B27E2}"/>
          </ac:spMkLst>
        </pc:spChg>
        <pc:graphicFrameChg chg="add">
          <ac:chgData name="Kutera, Evan J" userId="6eaeeab0-d8f4-4b3c-b45f-1fba27b37feb" providerId="ADAL" clId="{B60128CD-4534-46A6-8E3C-A0C36265FB6B}" dt="2026-10-12T19:47:41.180" v="140" actId="26606"/>
          <ac:graphicFrameMkLst>
            <pc:docMk/>
            <pc:sldMk cId="21178762" sldId="269"/>
            <ac:graphicFrameMk id="7" creationId="{61C9A905-43E6-4F48-7557-78590704C539}"/>
          </ac:graphicFrameMkLst>
        </pc:graphicFrameChg>
      </pc:sldChg>
      <pc:sldChg chg="addSp modSp mod setBg">
        <pc:chgData name="Kutera, Evan J" userId="6eaeeab0-d8f4-4b3c-b45f-1fba27b37feb" providerId="ADAL" clId="{B60128CD-4534-46A6-8E3C-A0C36265FB6B}" dt="2026-10-12T19:47:30.676" v="139" actId="26606"/>
        <pc:sldMkLst>
          <pc:docMk/>
          <pc:sldMk cId="1809283323" sldId="270"/>
        </pc:sldMkLst>
        <pc:spChg chg="mod">
          <ac:chgData name="Kutera, Evan J" userId="6eaeeab0-d8f4-4b3c-b45f-1fba27b37feb" providerId="ADAL" clId="{B60128CD-4534-46A6-8E3C-A0C36265FB6B}" dt="2026-10-12T19:47:30.676" v="139" actId="26606"/>
          <ac:spMkLst>
            <pc:docMk/>
            <pc:sldMk cId="1809283323" sldId="270"/>
            <ac:spMk id="2" creationId="{9E1D6977-880A-1CCA-AFCF-FDCA385759EC}"/>
          </ac:spMkLst>
        </pc:spChg>
        <pc:spChg chg="mod">
          <ac:chgData name="Kutera, Evan J" userId="6eaeeab0-d8f4-4b3c-b45f-1fba27b37feb" providerId="ADAL" clId="{B60128CD-4534-46A6-8E3C-A0C36265FB6B}" dt="2026-10-12T19:47:30.676" v="139" actId="26606"/>
          <ac:spMkLst>
            <pc:docMk/>
            <pc:sldMk cId="1809283323" sldId="270"/>
            <ac:spMk id="3" creationId="{93E6D81A-6586-CE1A-72EA-9A4A591CAC49}"/>
          </ac:spMkLst>
        </pc:spChg>
        <pc:spChg chg="add">
          <ac:chgData name="Kutera, Evan J" userId="6eaeeab0-d8f4-4b3c-b45f-1fba27b37feb" providerId="ADAL" clId="{B60128CD-4534-46A6-8E3C-A0C36265FB6B}" dt="2026-10-12T19:47:30.676" v="139" actId="26606"/>
          <ac:spMkLst>
            <pc:docMk/>
            <pc:sldMk cId="1809283323" sldId="270"/>
            <ac:spMk id="9" creationId="{C8A3C342-1D03-412F-8DD3-BF519E8E0AE9}"/>
          </ac:spMkLst>
        </pc:spChg>
        <pc:spChg chg="add">
          <ac:chgData name="Kutera, Evan J" userId="6eaeeab0-d8f4-4b3c-b45f-1fba27b37feb" providerId="ADAL" clId="{B60128CD-4534-46A6-8E3C-A0C36265FB6B}" dt="2026-10-12T19:47:30.676" v="139" actId="26606"/>
          <ac:spMkLst>
            <pc:docMk/>
            <pc:sldMk cId="1809283323" sldId="270"/>
            <ac:spMk id="11" creationId="{81CC9B02-E087-4350-AEBD-2C3CF001AF01}"/>
          </ac:spMkLst>
        </pc:spChg>
        <pc:picChg chg="add">
          <ac:chgData name="Kutera, Evan J" userId="6eaeeab0-d8f4-4b3c-b45f-1fba27b37feb" providerId="ADAL" clId="{B60128CD-4534-46A6-8E3C-A0C36265FB6B}" dt="2026-10-12T19:47:30.676" v="139" actId="26606"/>
          <ac:picMkLst>
            <pc:docMk/>
            <pc:sldMk cId="1809283323" sldId="270"/>
            <ac:picMk id="5" creationId="{AE8B1EA6-F0EA-1F1D-E1FB-86F1FBC5C61A}"/>
          </ac:picMkLst>
        </pc:picChg>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E17453-16DE-4AB3-A0A6-E93024CC95D9}" type="doc">
      <dgm:prSet loTypeId="urn:microsoft.com/office/officeart/2005/8/layout/cycle2" loCatId="cycle" qsTypeId="urn:microsoft.com/office/officeart/2005/8/quickstyle/simple1#1" qsCatId="simple" csTypeId="urn:microsoft.com/office/officeart/2005/8/colors/accent1_2#1" csCatId="accent1" phldr="1"/>
      <dgm:spPr/>
      <dgm:t>
        <a:bodyPr/>
        <a:lstStyle/>
        <a:p>
          <a:endParaRPr lang="en-US"/>
        </a:p>
      </dgm:t>
    </dgm:pt>
    <dgm:pt modelId="{1949B431-87E3-41EA-8D0A-6C56B9100E5D}">
      <dgm:prSet/>
      <dgm:spPr/>
      <dgm:t>
        <a:bodyPr/>
        <a:lstStyle/>
        <a:p>
          <a:r>
            <a:rPr lang="en-US" dirty="0"/>
            <a:t>Advantages </a:t>
          </a:r>
        </a:p>
      </dgm:t>
    </dgm:pt>
    <dgm:pt modelId="{4FAC0543-69E4-4BCD-BCE0-F72892181D5E}" type="parTrans" cxnId="{5D1ECEF6-B48A-4518-A935-C5723CF18F67}">
      <dgm:prSet/>
      <dgm:spPr/>
      <dgm:t>
        <a:bodyPr/>
        <a:lstStyle/>
        <a:p>
          <a:endParaRPr lang="en-US"/>
        </a:p>
      </dgm:t>
    </dgm:pt>
    <dgm:pt modelId="{2EE435E0-1ED6-4062-BABE-FD7734E6A2C4}" type="sibTrans" cxnId="{5D1ECEF6-B48A-4518-A935-C5723CF18F67}">
      <dgm:prSet/>
      <dgm:spPr/>
      <dgm:t>
        <a:bodyPr/>
        <a:lstStyle/>
        <a:p>
          <a:endParaRPr lang="en-US"/>
        </a:p>
      </dgm:t>
    </dgm:pt>
    <dgm:pt modelId="{1CEDE8C6-44B2-409E-BAFE-77EE3B088707}">
      <dgm:prSet/>
      <dgm:spPr/>
      <dgm:t>
        <a:bodyPr/>
        <a:lstStyle/>
        <a:p>
          <a:pPr>
            <a:buFont typeface="Arial" panose="020B0604020202020204" pitchFamily="34" charset="0"/>
            <a:buChar char="•"/>
          </a:pPr>
          <a:r>
            <a:rPr lang="en-US"/>
            <a:t>Reduced Redundancy</a:t>
          </a:r>
          <a:endParaRPr lang="en-US" dirty="0"/>
        </a:p>
      </dgm:t>
    </dgm:pt>
    <dgm:pt modelId="{60BD1F08-00FD-4F7A-A814-24B8DE177C9C}" type="parTrans" cxnId="{CA595107-603C-46D3-87AC-754D0BF53A0C}">
      <dgm:prSet/>
      <dgm:spPr/>
      <dgm:t>
        <a:bodyPr/>
        <a:lstStyle/>
        <a:p>
          <a:endParaRPr lang="en-US"/>
        </a:p>
      </dgm:t>
    </dgm:pt>
    <dgm:pt modelId="{5AE32495-C332-49AB-A921-57CBAFF3F30F}" type="sibTrans" cxnId="{CA595107-603C-46D3-87AC-754D0BF53A0C}">
      <dgm:prSet/>
      <dgm:spPr/>
      <dgm:t>
        <a:bodyPr/>
        <a:lstStyle/>
        <a:p>
          <a:endParaRPr lang="en-US"/>
        </a:p>
      </dgm:t>
    </dgm:pt>
    <dgm:pt modelId="{D074AF8A-A30A-46C8-B072-619E0C9B018C}">
      <dgm:prSet/>
      <dgm:spPr/>
      <dgm:t>
        <a:bodyPr/>
        <a:lstStyle/>
        <a:p>
          <a:pPr>
            <a:buFont typeface="Arial" panose="020B0604020202020204" pitchFamily="34" charset="0"/>
            <a:buChar char="•"/>
          </a:pPr>
          <a:r>
            <a:rPr lang="en-US"/>
            <a:t>Improved Data Integrity</a:t>
          </a:r>
        </a:p>
      </dgm:t>
    </dgm:pt>
    <dgm:pt modelId="{EC54AB85-8354-4518-8168-F6CBD97FF9E9}" type="parTrans" cxnId="{BF6F864B-5A61-4171-BAE2-733F68774705}">
      <dgm:prSet/>
      <dgm:spPr/>
      <dgm:t>
        <a:bodyPr/>
        <a:lstStyle/>
        <a:p>
          <a:endParaRPr lang="en-US"/>
        </a:p>
      </dgm:t>
    </dgm:pt>
    <dgm:pt modelId="{635E0096-91F5-47E4-A822-683FAA783162}" type="sibTrans" cxnId="{BF6F864B-5A61-4171-BAE2-733F68774705}">
      <dgm:prSet/>
      <dgm:spPr/>
      <dgm:t>
        <a:bodyPr/>
        <a:lstStyle/>
        <a:p>
          <a:endParaRPr lang="en-US"/>
        </a:p>
      </dgm:t>
    </dgm:pt>
    <dgm:pt modelId="{161E1598-9470-4281-BBB9-EB1EBC939352}">
      <dgm:prSet/>
      <dgm:spPr/>
      <dgm:t>
        <a:bodyPr/>
        <a:lstStyle/>
        <a:p>
          <a:pPr>
            <a:buFont typeface="Arial" panose="020B0604020202020204" pitchFamily="34" charset="0"/>
            <a:buChar char="•"/>
          </a:pPr>
          <a:r>
            <a:rPr lang="en-US"/>
            <a:t>Fewer Data Anomalies</a:t>
          </a:r>
        </a:p>
      </dgm:t>
    </dgm:pt>
    <dgm:pt modelId="{1DB34422-4E3B-4218-8F33-7FAA6C5B460A}" type="parTrans" cxnId="{88CAB33A-1506-49FE-8923-CCB83A195A56}">
      <dgm:prSet/>
      <dgm:spPr/>
      <dgm:t>
        <a:bodyPr/>
        <a:lstStyle/>
        <a:p>
          <a:endParaRPr lang="en-US"/>
        </a:p>
      </dgm:t>
    </dgm:pt>
    <dgm:pt modelId="{202A9E45-6BE3-4415-9373-F6F6CEC9A0F4}" type="sibTrans" cxnId="{88CAB33A-1506-49FE-8923-CCB83A195A56}">
      <dgm:prSet/>
      <dgm:spPr/>
      <dgm:t>
        <a:bodyPr/>
        <a:lstStyle/>
        <a:p>
          <a:endParaRPr lang="en-US"/>
        </a:p>
      </dgm:t>
    </dgm:pt>
    <dgm:pt modelId="{C2B413AB-36EA-430E-AE7C-D98F7F04EBD9}">
      <dgm:prSet/>
      <dgm:spPr/>
      <dgm:t>
        <a:bodyPr/>
        <a:lstStyle/>
        <a:p>
          <a:pPr>
            <a:buFont typeface="Arial" panose="020B0604020202020204" pitchFamily="34" charset="0"/>
            <a:buChar char="•"/>
          </a:pPr>
          <a:r>
            <a:rPr lang="en-US"/>
            <a:t>Easier Maintenance</a:t>
          </a:r>
        </a:p>
      </dgm:t>
    </dgm:pt>
    <dgm:pt modelId="{EEACF227-9341-49C4-9B5C-1EE982FDABD5}" type="parTrans" cxnId="{5B02E26E-7FE4-4474-9D8A-22CEC8DCBBB0}">
      <dgm:prSet/>
      <dgm:spPr/>
      <dgm:t>
        <a:bodyPr/>
        <a:lstStyle/>
        <a:p>
          <a:endParaRPr lang="en-US"/>
        </a:p>
      </dgm:t>
    </dgm:pt>
    <dgm:pt modelId="{47A7F647-213E-43A7-B670-35E46192008A}" type="sibTrans" cxnId="{5B02E26E-7FE4-4474-9D8A-22CEC8DCBBB0}">
      <dgm:prSet/>
      <dgm:spPr/>
      <dgm:t>
        <a:bodyPr/>
        <a:lstStyle/>
        <a:p>
          <a:endParaRPr lang="en-US"/>
        </a:p>
      </dgm:t>
    </dgm:pt>
    <dgm:pt modelId="{358A9F3E-534E-4A06-B1E8-AC7AF08C3C17}">
      <dgm:prSet/>
      <dgm:spPr/>
      <dgm:t>
        <a:bodyPr/>
        <a:lstStyle/>
        <a:p>
          <a:pPr>
            <a:buFont typeface="Arial" panose="020B0604020202020204" pitchFamily="34" charset="0"/>
            <a:buChar char="•"/>
          </a:pPr>
          <a:r>
            <a:rPr lang="en-US"/>
            <a:t>Better Data Organization</a:t>
          </a:r>
        </a:p>
      </dgm:t>
    </dgm:pt>
    <dgm:pt modelId="{D71FDBDC-017A-4137-BB8E-E62A0C3C9B8C}" type="parTrans" cxnId="{714844FC-D28F-4610-93CC-F3D4B50691F5}">
      <dgm:prSet/>
      <dgm:spPr/>
      <dgm:t>
        <a:bodyPr/>
        <a:lstStyle/>
        <a:p>
          <a:endParaRPr lang="en-US"/>
        </a:p>
      </dgm:t>
    </dgm:pt>
    <dgm:pt modelId="{D3C359AB-AE8E-4195-ABD9-F91822101FC1}" type="sibTrans" cxnId="{714844FC-D28F-4610-93CC-F3D4B50691F5}">
      <dgm:prSet/>
      <dgm:spPr/>
      <dgm:t>
        <a:bodyPr/>
        <a:lstStyle/>
        <a:p>
          <a:endParaRPr lang="en-US"/>
        </a:p>
      </dgm:t>
    </dgm:pt>
    <dgm:pt modelId="{1496E6ED-217D-4EE1-ABEF-3785C2E49778}" type="pres">
      <dgm:prSet presAssocID="{F7E17453-16DE-4AB3-A0A6-E93024CC95D9}" presName="cycle" presStyleCnt="0">
        <dgm:presLayoutVars>
          <dgm:dir/>
          <dgm:resizeHandles val="exact"/>
        </dgm:presLayoutVars>
      </dgm:prSet>
      <dgm:spPr/>
    </dgm:pt>
    <dgm:pt modelId="{80916EB6-3A39-4049-9CC2-8258652792B9}" type="pres">
      <dgm:prSet presAssocID="{1949B431-87E3-41EA-8D0A-6C56B9100E5D}" presName="node" presStyleLbl="node1" presStyleIdx="0" presStyleCnt="6">
        <dgm:presLayoutVars>
          <dgm:bulletEnabled val="1"/>
        </dgm:presLayoutVars>
      </dgm:prSet>
      <dgm:spPr/>
    </dgm:pt>
    <dgm:pt modelId="{6074FF85-5D72-4D71-A7DA-73FA3BDB896B}" type="pres">
      <dgm:prSet presAssocID="{2EE435E0-1ED6-4062-BABE-FD7734E6A2C4}" presName="sibTrans" presStyleLbl="sibTrans2D1" presStyleIdx="0" presStyleCnt="6"/>
      <dgm:spPr/>
    </dgm:pt>
    <dgm:pt modelId="{656905CA-D424-4AAC-BF76-297B2AE084BA}" type="pres">
      <dgm:prSet presAssocID="{2EE435E0-1ED6-4062-BABE-FD7734E6A2C4}" presName="connectorText" presStyleLbl="sibTrans2D1" presStyleIdx="0" presStyleCnt="6"/>
      <dgm:spPr/>
    </dgm:pt>
    <dgm:pt modelId="{B19E7406-D536-43C1-8912-D522EEA43684}" type="pres">
      <dgm:prSet presAssocID="{1CEDE8C6-44B2-409E-BAFE-77EE3B088707}" presName="node" presStyleLbl="node1" presStyleIdx="1" presStyleCnt="6">
        <dgm:presLayoutVars>
          <dgm:bulletEnabled val="1"/>
        </dgm:presLayoutVars>
      </dgm:prSet>
      <dgm:spPr/>
    </dgm:pt>
    <dgm:pt modelId="{78437408-FD49-46A1-AFB6-AB729AD3270F}" type="pres">
      <dgm:prSet presAssocID="{5AE32495-C332-49AB-A921-57CBAFF3F30F}" presName="sibTrans" presStyleLbl="sibTrans2D1" presStyleIdx="1" presStyleCnt="6"/>
      <dgm:spPr/>
    </dgm:pt>
    <dgm:pt modelId="{CD39B0E3-4D90-4C50-BC95-CC8E286C777E}" type="pres">
      <dgm:prSet presAssocID="{5AE32495-C332-49AB-A921-57CBAFF3F30F}" presName="connectorText" presStyleLbl="sibTrans2D1" presStyleIdx="1" presStyleCnt="6"/>
      <dgm:spPr/>
    </dgm:pt>
    <dgm:pt modelId="{9A2726EF-75C9-4813-958E-F3618550EC91}" type="pres">
      <dgm:prSet presAssocID="{D074AF8A-A30A-46C8-B072-619E0C9B018C}" presName="node" presStyleLbl="node1" presStyleIdx="2" presStyleCnt="6">
        <dgm:presLayoutVars>
          <dgm:bulletEnabled val="1"/>
        </dgm:presLayoutVars>
      </dgm:prSet>
      <dgm:spPr/>
    </dgm:pt>
    <dgm:pt modelId="{1F76CF58-ED6C-4043-8050-FEDA4C4BB92F}" type="pres">
      <dgm:prSet presAssocID="{635E0096-91F5-47E4-A822-683FAA783162}" presName="sibTrans" presStyleLbl="sibTrans2D1" presStyleIdx="2" presStyleCnt="6"/>
      <dgm:spPr/>
    </dgm:pt>
    <dgm:pt modelId="{77746021-82A6-4FD3-93C4-E8E81301E4B1}" type="pres">
      <dgm:prSet presAssocID="{635E0096-91F5-47E4-A822-683FAA783162}" presName="connectorText" presStyleLbl="sibTrans2D1" presStyleIdx="2" presStyleCnt="6"/>
      <dgm:spPr/>
    </dgm:pt>
    <dgm:pt modelId="{FF762740-13C1-4EE2-BD7C-0684415CA5DA}" type="pres">
      <dgm:prSet presAssocID="{161E1598-9470-4281-BBB9-EB1EBC939352}" presName="node" presStyleLbl="node1" presStyleIdx="3" presStyleCnt="6">
        <dgm:presLayoutVars>
          <dgm:bulletEnabled val="1"/>
        </dgm:presLayoutVars>
      </dgm:prSet>
      <dgm:spPr/>
    </dgm:pt>
    <dgm:pt modelId="{CA739CB9-6746-4AC0-8F46-D2CB41F4B8A4}" type="pres">
      <dgm:prSet presAssocID="{202A9E45-6BE3-4415-9373-F6F6CEC9A0F4}" presName="sibTrans" presStyleLbl="sibTrans2D1" presStyleIdx="3" presStyleCnt="6"/>
      <dgm:spPr/>
    </dgm:pt>
    <dgm:pt modelId="{ED352779-7663-4CAC-819F-89BA3EC104E3}" type="pres">
      <dgm:prSet presAssocID="{202A9E45-6BE3-4415-9373-F6F6CEC9A0F4}" presName="connectorText" presStyleLbl="sibTrans2D1" presStyleIdx="3" presStyleCnt="6"/>
      <dgm:spPr/>
    </dgm:pt>
    <dgm:pt modelId="{D4D22B7C-8907-41EE-AD1B-53DF8D2ACA40}" type="pres">
      <dgm:prSet presAssocID="{C2B413AB-36EA-430E-AE7C-D98F7F04EBD9}" presName="node" presStyleLbl="node1" presStyleIdx="4" presStyleCnt="6">
        <dgm:presLayoutVars>
          <dgm:bulletEnabled val="1"/>
        </dgm:presLayoutVars>
      </dgm:prSet>
      <dgm:spPr/>
    </dgm:pt>
    <dgm:pt modelId="{D2093796-8BA7-4E3A-B92A-06348B43C391}" type="pres">
      <dgm:prSet presAssocID="{47A7F647-213E-43A7-B670-35E46192008A}" presName="sibTrans" presStyleLbl="sibTrans2D1" presStyleIdx="4" presStyleCnt="6"/>
      <dgm:spPr/>
    </dgm:pt>
    <dgm:pt modelId="{4689C990-64BE-4D0B-B445-78C66E855CC6}" type="pres">
      <dgm:prSet presAssocID="{47A7F647-213E-43A7-B670-35E46192008A}" presName="connectorText" presStyleLbl="sibTrans2D1" presStyleIdx="4" presStyleCnt="6"/>
      <dgm:spPr/>
    </dgm:pt>
    <dgm:pt modelId="{3A0B641E-DACE-4514-B35E-64771DCA5748}" type="pres">
      <dgm:prSet presAssocID="{358A9F3E-534E-4A06-B1E8-AC7AF08C3C17}" presName="node" presStyleLbl="node1" presStyleIdx="5" presStyleCnt="6">
        <dgm:presLayoutVars>
          <dgm:bulletEnabled val="1"/>
        </dgm:presLayoutVars>
      </dgm:prSet>
      <dgm:spPr/>
    </dgm:pt>
    <dgm:pt modelId="{ADFA5DB6-787E-4FB0-A658-8D8CB36799DC}" type="pres">
      <dgm:prSet presAssocID="{D3C359AB-AE8E-4195-ABD9-F91822101FC1}" presName="sibTrans" presStyleLbl="sibTrans2D1" presStyleIdx="5" presStyleCnt="6"/>
      <dgm:spPr/>
    </dgm:pt>
    <dgm:pt modelId="{A772B94A-EF8E-48A4-876B-9DDBB21519AB}" type="pres">
      <dgm:prSet presAssocID="{D3C359AB-AE8E-4195-ABD9-F91822101FC1}" presName="connectorText" presStyleLbl="sibTrans2D1" presStyleIdx="5" presStyleCnt="6"/>
      <dgm:spPr/>
    </dgm:pt>
  </dgm:ptLst>
  <dgm:cxnLst>
    <dgm:cxn modelId="{CA595107-603C-46D3-87AC-754D0BF53A0C}" srcId="{F7E17453-16DE-4AB3-A0A6-E93024CC95D9}" destId="{1CEDE8C6-44B2-409E-BAFE-77EE3B088707}" srcOrd="1" destOrd="0" parTransId="{60BD1F08-00FD-4F7A-A814-24B8DE177C9C}" sibTransId="{5AE32495-C332-49AB-A921-57CBAFF3F30F}"/>
    <dgm:cxn modelId="{DA3D1809-E265-42D0-9281-FF77A8C789A9}" type="presOf" srcId="{161E1598-9470-4281-BBB9-EB1EBC939352}" destId="{FF762740-13C1-4EE2-BD7C-0684415CA5DA}" srcOrd="0" destOrd="0" presId="urn:microsoft.com/office/officeart/2005/8/layout/cycle2"/>
    <dgm:cxn modelId="{A39FF80A-63ED-4746-AB36-09389CCC7C42}" type="presOf" srcId="{358A9F3E-534E-4A06-B1E8-AC7AF08C3C17}" destId="{3A0B641E-DACE-4514-B35E-64771DCA5748}" srcOrd="0" destOrd="0" presId="urn:microsoft.com/office/officeart/2005/8/layout/cycle2"/>
    <dgm:cxn modelId="{88CAB33A-1506-49FE-8923-CCB83A195A56}" srcId="{F7E17453-16DE-4AB3-A0A6-E93024CC95D9}" destId="{161E1598-9470-4281-BBB9-EB1EBC939352}" srcOrd="3" destOrd="0" parTransId="{1DB34422-4E3B-4218-8F33-7FAA6C5B460A}" sibTransId="{202A9E45-6BE3-4415-9373-F6F6CEC9A0F4}"/>
    <dgm:cxn modelId="{6745803B-8BE1-4C0A-B3C2-152362FD5DEB}" type="presOf" srcId="{202A9E45-6BE3-4415-9373-F6F6CEC9A0F4}" destId="{CA739CB9-6746-4AC0-8F46-D2CB41F4B8A4}" srcOrd="0" destOrd="0" presId="urn:microsoft.com/office/officeart/2005/8/layout/cycle2"/>
    <dgm:cxn modelId="{AF478C61-3B42-46B9-A247-C0FC5B51C61B}" type="presOf" srcId="{1949B431-87E3-41EA-8D0A-6C56B9100E5D}" destId="{80916EB6-3A39-4049-9CC2-8258652792B9}" srcOrd="0" destOrd="0" presId="urn:microsoft.com/office/officeart/2005/8/layout/cycle2"/>
    <dgm:cxn modelId="{0FF92C65-2E14-4F75-9B6D-B28949A87A48}" type="presOf" srcId="{635E0096-91F5-47E4-A822-683FAA783162}" destId="{1F76CF58-ED6C-4043-8050-FEDA4C4BB92F}" srcOrd="0" destOrd="0" presId="urn:microsoft.com/office/officeart/2005/8/layout/cycle2"/>
    <dgm:cxn modelId="{82570046-CD09-41FF-BBF3-2C7B583F4F39}" type="presOf" srcId="{D3C359AB-AE8E-4195-ABD9-F91822101FC1}" destId="{A772B94A-EF8E-48A4-876B-9DDBB21519AB}" srcOrd="1" destOrd="0" presId="urn:microsoft.com/office/officeart/2005/8/layout/cycle2"/>
    <dgm:cxn modelId="{BF6F864B-5A61-4171-BAE2-733F68774705}" srcId="{F7E17453-16DE-4AB3-A0A6-E93024CC95D9}" destId="{D074AF8A-A30A-46C8-B072-619E0C9B018C}" srcOrd="2" destOrd="0" parTransId="{EC54AB85-8354-4518-8168-F6CBD97FF9E9}" sibTransId="{635E0096-91F5-47E4-A822-683FAA783162}"/>
    <dgm:cxn modelId="{5B02E26E-7FE4-4474-9D8A-22CEC8DCBBB0}" srcId="{F7E17453-16DE-4AB3-A0A6-E93024CC95D9}" destId="{C2B413AB-36EA-430E-AE7C-D98F7F04EBD9}" srcOrd="4" destOrd="0" parTransId="{EEACF227-9341-49C4-9B5C-1EE982FDABD5}" sibTransId="{47A7F647-213E-43A7-B670-35E46192008A}"/>
    <dgm:cxn modelId="{1A8D3E6F-6300-465C-A1DE-E1CAB8503593}" type="presOf" srcId="{D074AF8A-A30A-46C8-B072-619E0C9B018C}" destId="{9A2726EF-75C9-4813-958E-F3618550EC91}" srcOrd="0" destOrd="0" presId="urn:microsoft.com/office/officeart/2005/8/layout/cycle2"/>
    <dgm:cxn modelId="{9A49844F-52BF-4B28-AC13-0758EB9FF2F3}" type="presOf" srcId="{2EE435E0-1ED6-4062-BABE-FD7734E6A2C4}" destId="{656905CA-D424-4AAC-BF76-297B2AE084BA}" srcOrd="1" destOrd="0" presId="urn:microsoft.com/office/officeart/2005/8/layout/cycle2"/>
    <dgm:cxn modelId="{F5434755-55EC-45CF-8C52-9C4F3529F672}" type="presOf" srcId="{D3C359AB-AE8E-4195-ABD9-F91822101FC1}" destId="{ADFA5DB6-787E-4FB0-A658-8D8CB36799DC}" srcOrd="0" destOrd="0" presId="urn:microsoft.com/office/officeart/2005/8/layout/cycle2"/>
    <dgm:cxn modelId="{3A152177-45C2-49DA-94CD-723455EA0FEF}" type="presOf" srcId="{635E0096-91F5-47E4-A822-683FAA783162}" destId="{77746021-82A6-4FD3-93C4-E8E81301E4B1}" srcOrd="1" destOrd="0" presId="urn:microsoft.com/office/officeart/2005/8/layout/cycle2"/>
    <dgm:cxn modelId="{4027CB88-9523-4354-8615-77B384207B8C}" type="presOf" srcId="{1CEDE8C6-44B2-409E-BAFE-77EE3B088707}" destId="{B19E7406-D536-43C1-8912-D522EEA43684}" srcOrd="0" destOrd="0" presId="urn:microsoft.com/office/officeart/2005/8/layout/cycle2"/>
    <dgm:cxn modelId="{5C1F36A2-5C05-4985-A224-8BD7F3E09203}" type="presOf" srcId="{5AE32495-C332-49AB-A921-57CBAFF3F30F}" destId="{CD39B0E3-4D90-4C50-BC95-CC8E286C777E}" srcOrd="1" destOrd="0" presId="urn:microsoft.com/office/officeart/2005/8/layout/cycle2"/>
    <dgm:cxn modelId="{0840B7A9-B406-4342-8A1B-9039EA6E5354}" type="presOf" srcId="{F7E17453-16DE-4AB3-A0A6-E93024CC95D9}" destId="{1496E6ED-217D-4EE1-ABEF-3785C2E49778}" srcOrd="0" destOrd="0" presId="urn:microsoft.com/office/officeart/2005/8/layout/cycle2"/>
    <dgm:cxn modelId="{0B499EB4-4912-4B0F-9E33-E0541B3CBD17}" type="presOf" srcId="{202A9E45-6BE3-4415-9373-F6F6CEC9A0F4}" destId="{ED352779-7663-4CAC-819F-89BA3EC104E3}" srcOrd="1" destOrd="0" presId="urn:microsoft.com/office/officeart/2005/8/layout/cycle2"/>
    <dgm:cxn modelId="{922C0BC0-5BC5-4132-8D75-5CE767EB36E8}" type="presOf" srcId="{C2B413AB-36EA-430E-AE7C-D98F7F04EBD9}" destId="{D4D22B7C-8907-41EE-AD1B-53DF8D2ACA40}" srcOrd="0" destOrd="0" presId="urn:microsoft.com/office/officeart/2005/8/layout/cycle2"/>
    <dgm:cxn modelId="{0786AFD7-C811-42F6-B5DE-CC257ED9158D}" type="presOf" srcId="{47A7F647-213E-43A7-B670-35E46192008A}" destId="{D2093796-8BA7-4E3A-B92A-06348B43C391}" srcOrd="0" destOrd="0" presId="urn:microsoft.com/office/officeart/2005/8/layout/cycle2"/>
    <dgm:cxn modelId="{11FA47EF-31B6-4947-BE4E-DCB185CA3CFC}" type="presOf" srcId="{2EE435E0-1ED6-4062-BABE-FD7734E6A2C4}" destId="{6074FF85-5D72-4D71-A7DA-73FA3BDB896B}" srcOrd="0" destOrd="0" presId="urn:microsoft.com/office/officeart/2005/8/layout/cycle2"/>
    <dgm:cxn modelId="{4733F0EF-6A14-488B-B5AC-A5477745348C}" type="presOf" srcId="{47A7F647-213E-43A7-B670-35E46192008A}" destId="{4689C990-64BE-4D0B-B445-78C66E855CC6}" srcOrd="1" destOrd="0" presId="urn:microsoft.com/office/officeart/2005/8/layout/cycle2"/>
    <dgm:cxn modelId="{19A60DF5-05C6-47C0-A6B3-26E5069A4DB7}" type="presOf" srcId="{5AE32495-C332-49AB-A921-57CBAFF3F30F}" destId="{78437408-FD49-46A1-AFB6-AB729AD3270F}" srcOrd="0" destOrd="0" presId="urn:microsoft.com/office/officeart/2005/8/layout/cycle2"/>
    <dgm:cxn modelId="{5D1ECEF6-B48A-4518-A935-C5723CF18F67}" srcId="{F7E17453-16DE-4AB3-A0A6-E93024CC95D9}" destId="{1949B431-87E3-41EA-8D0A-6C56B9100E5D}" srcOrd="0" destOrd="0" parTransId="{4FAC0543-69E4-4BCD-BCE0-F72892181D5E}" sibTransId="{2EE435E0-1ED6-4062-BABE-FD7734E6A2C4}"/>
    <dgm:cxn modelId="{714844FC-D28F-4610-93CC-F3D4B50691F5}" srcId="{F7E17453-16DE-4AB3-A0A6-E93024CC95D9}" destId="{358A9F3E-534E-4A06-B1E8-AC7AF08C3C17}" srcOrd="5" destOrd="0" parTransId="{D71FDBDC-017A-4137-BB8E-E62A0C3C9B8C}" sibTransId="{D3C359AB-AE8E-4195-ABD9-F91822101FC1}"/>
    <dgm:cxn modelId="{180143D2-D556-457B-90EA-446A8C8895B8}" type="presParOf" srcId="{1496E6ED-217D-4EE1-ABEF-3785C2E49778}" destId="{80916EB6-3A39-4049-9CC2-8258652792B9}" srcOrd="0" destOrd="0" presId="urn:microsoft.com/office/officeart/2005/8/layout/cycle2"/>
    <dgm:cxn modelId="{C7AE5FFB-FC72-4B34-9684-C145E8223F53}" type="presParOf" srcId="{1496E6ED-217D-4EE1-ABEF-3785C2E49778}" destId="{6074FF85-5D72-4D71-A7DA-73FA3BDB896B}" srcOrd="1" destOrd="0" presId="urn:microsoft.com/office/officeart/2005/8/layout/cycle2"/>
    <dgm:cxn modelId="{EAE35A13-7894-49AD-80D7-BE2BF4FCDD7A}" type="presParOf" srcId="{6074FF85-5D72-4D71-A7DA-73FA3BDB896B}" destId="{656905CA-D424-4AAC-BF76-297B2AE084BA}" srcOrd="0" destOrd="0" presId="urn:microsoft.com/office/officeart/2005/8/layout/cycle2"/>
    <dgm:cxn modelId="{DE2DDB1D-814D-4B1F-879A-FE583843ECF0}" type="presParOf" srcId="{1496E6ED-217D-4EE1-ABEF-3785C2E49778}" destId="{B19E7406-D536-43C1-8912-D522EEA43684}" srcOrd="2" destOrd="0" presId="urn:microsoft.com/office/officeart/2005/8/layout/cycle2"/>
    <dgm:cxn modelId="{FFED31ED-4DC8-4A1D-AA16-61AB797B77DF}" type="presParOf" srcId="{1496E6ED-217D-4EE1-ABEF-3785C2E49778}" destId="{78437408-FD49-46A1-AFB6-AB729AD3270F}" srcOrd="3" destOrd="0" presId="urn:microsoft.com/office/officeart/2005/8/layout/cycle2"/>
    <dgm:cxn modelId="{CB554CE9-B538-43B0-8FD2-7D7088D33737}" type="presParOf" srcId="{78437408-FD49-46A1-AFB6-AB729AD3270F}" destId="{CD39B0E3-4D90-4C50-BC95-CC8E286C777E}" srcOrd="0" destOrd="0" presId="urn:microsoft.com/office/officeart/2005/8/layout/cycle2"/>
    <dgm:cxn modelId="{4C8491BB-9C75-4AB8-B803-3F28D0126BF8}" type="presParOf" srcId="{1496E6ED-217D-4EE1-ABEF-3785C2E49778}" destId="{9A2726EF-75C9-4813-958E-F3618550EC91}" srcOrd="4" destOrd="0" presId="urn:microsoft.com/office/officeart/2005/8/layout/cycle2"/>
    <dgm:cxn modelId="{F18CAC76-1622-446D-B2D6-3AC92651CCFF}" type="presParOf" srcId="{1496E6ED-217D-4EE1-ABEF-3785C2E49778}" destId="{1F76CF58-ED6C-4043-8050-FEDA4C4BB92F}" srcOrd="5" destOrd="0" presId="urn:microsoft.com/office/officeart/2005/8/layout/cycle2"/>
    <dgm:cxn modelId="{FC5FB672-C88B-4C22-BAA8-EDBFD3D7F018}" type="presParOf" srcId="{1F76CF58-ED6C-4043-8050-FEDA4C4BB92F}" destId="{77746021-82A6-4FD3-93C4-E8E81301E4B1}" srcOrd="0" destOrd="0" presId="urn:microsoft.com/office/officeart/2005/8/layout/cycle2"/>
    <dgm:cxn modelId="{A191C6D8-877D-4F1D-9352-BD3FF346A13A}" type="presParOf" srcId="{1496E6ED-217D-4EE1-ABEF-3785C2E49778}" destId="{FF762740-13C1-4EE2-BD7C-0684415CA5DA}" srcOrd="6" destOrd="0" presId="urn:microsoft.com/office/officeart/2005/8/layout/cycle2"/>
    <dgm:cxn modelId="{57C30192-A1CE-4BE2-AB14-2B0BC878B69C}" type="presParOf" srcId="{1496E6ED-217D-4EE1-ABEF-3785C2E49778}" destId="{CA739CB9-6746-4AC0-8F46-D2CB41F4B8A4}" srcOrd="7" destOrd="0" presId="urn:microsoft.com/office/officeart/2005/8/layout/cycle2"/>
    <dgm:cxn modelId="{3A41B268-9C73-4E07-BA2F-E2FC74B60DDB}" type="presParOf" srcId="{CA739CB9-6746-4AC0-8F46-D2CB41F4B8A4}" destId="{ED352779-7663-4CAC-819F-89BA3EC104E3}" srcOrd="0" destOrd="0" presId="urn:microsoft.com/office/officeart/2005/8/layout/cycle2"/>
    <dgm:cxn modelId="{E2CA9E7D-8C65-4D0D-AC3B-851A8BE1D46F}" type="presParOf" srcId="{1496E6ED-217D-4EE1-ABEF-3785C2E49778}" destId="{D4D22B7C-8907-41EE-AD1B-53DF8D2ACA40}" srcOrd="8" destOrd="0" presId="urn:microsoft.com/office/officeart/2005/8/layout/cycle2"/>
    <dgm:cxn modelId="{270C9BA3-CE12-44DE-B9A9-FDEF93AB8D77}" type="presParOf" srcId="{1496E6ED-217D-4EE1-ABEF-3785C2E49778}" destId="{D2093796-8BA7-4E3A-B92A-06348B43C391}" srcOrd="9" destOrd="0" presId="urn:microsoft.com/office/officeart/2005/8/layout/cycle2"/>
    <dgm:cxn modelId="{186AB5A2-F0A1-49AA-84DC-566EBB4B24C6}" type="presParOf" srcId="{D2093796-8BA7-4E3A-B92A-06348B43C391}" destId="{4689C990-64BE-4D0B-B445-78C66E855CC6}" srcOrd="0" destOrd="0" presId="urn:microsoft.com/office/officeart/2005/8/layout/cycle2"/>
    <dgm:cxn modelId="{88C037C3-447D-4B49-AFA8-75A0E820FB2E}" type="presParOf" srcId="{1496E6ED-217D-4EE1-ABEF-3785C2E49778}" destId="{3A0B641E-DACE-4514-B35E-64771DCA5748}" srcOrd="10" destOrd="0" presId="urn:microsoft.com/office/officeart/2005/8/layout/cycle2"/>
    <dgm:cxn modelId="{2336E293-89E4-442C-BDCF-421F7791DF69}" type="presParOf" srcId="{1496E6ED-217D-4EE1-ABEF-3785C2E49778}" destId="{ADFA5DB6-787E-4FB0-A658-8D8CB36799DC}" srcOrd="11" destOrd="0" presId="urn:microsoft.com/office/officeart/2005/8/layout/cycle2"/>
    <dgm:cxn modelId="{0F27B324-83B9-47C4-8677-12F57BB91380}" type="presParOf" srcId="{ADFA5DB6-787E-4FB0-A658-8D8CB36799DC}" destId="{A772B94A-EF8E-48A4-876B-9DDBB21519AB}"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385145-ED7D-4802-A9EE-2AFABE29893E}" type="doc">
      <dgm:prSet loTypeId="urn:microsoft.com/office/officeart/2005/8/layout/cycle1" loCatId="cycle" qsTypeId="urn:microsoft.com/office/officeart/2005/8/quickstyle/simple1#2" qsCatId="simple" csTypeId="urn:microsoft.com/office/officeart/2005/8/colors/accent1_2#2" csCatId="accent1" phldr="1"/>
      <dgm:spPr/>
      <dgm:t>
        <a:bodyPr/>
        <a:lstStyle/>
        <a:p>
          <a:endParaRPr lang="en-US"/>
        </a:p>
      </dgm:t>
    </dgm:pt>
    <dgm:pt modelId="{9E353EE0-6B1E-4824-9423-DAC634B5D657}">
      <dgm:prSet/>
      <dgm:spPr/>
      <dgm:t>
        <a:bodyPr/>
        <a:lstStyle/>
        <a:p>
          <a:r>
            <a:rPr lang="en-US"/>
            <a:t>Advantages</a:t>
          </a:r>
        </a:p>
      </dgm:t>
    </dgm:pt>
    <dgm:pt modelId="{979148F3-01BD-40F1-B875-54EA9A937695}" type="parTrans" cxnId="{3B433F5A-686E-4A21-8F05-44A45C1968FF}">
      <dgm:prSet/>
      <dgm:spPr/>
      <dgm:t>
        <a:bodyPr/>
        <a:lstStyle/>
        <a:p>
          <a:endParaRPr lang="en-US"/>
        </a:p>
      </dgm:t>
    </dgm:pt>
    <dgm:pt modelId="{E155F7C8-50A7-401A-A164-095797658C12}" type="sibTrans" cxnId="{3B433F5A-686E-4A21-8F05-44A45C1968FF}">
      <dgm:prSet/>
      <dgm:spPr/>
      <dgm:t>
        <a:bodyPr/>
        <a:lstStyle/>
        <a:p>
          <a:endParaRPr lang="en-US"/>
        </a:p>
      </dgm:t>
    </dgm:pt>
    <dgm:pt modelId="{E094970B-0994-4ECD-83C3-A486227EE98F}">
      <dgm:prSet/>
      <dgm:spPr/>
      <dgm:t>
        <a:bodyPr/>
        <a:lstStyle/>
        <a:p>
          <a:pPr>
            <a:buFont typeface="Arial" panose="020B0604020202020204" pitchFamily="34" charset="0"/>
            <a:buChar char="•"/>
          </a:pPr>
          <a:r>
            <a:rPr lang="en-US"/>
            <a:t>Better Performance</a:t>
          </a:r>
        </a:p>
      </dgm:t>
    </dgm:pt>
    <dgm:pt modelId="{5F1CA645-8D63-4DA9-B117-CABD72D6752F}" type="parTrans" cxnId="{F5449B20-DEBC-4755-844A-484523CD7C03}">
      <dgm:prSet/>
      <dgm:spPr/>
      <dgm:t>
        <a:bodyPr/>
        <a:lstStyle/>
        <a:p>
          <a:endParaRPr lang="en-US"/>
        </a:p>
      </dgm:t>
    </dgm:pt>
    <dgm:pt modelId="{A28C1A08-4DEA-433C-8356-FC42879500DB}" type="sibTrans" cxnId="{F5449B20-DEBC-4755-844A-484523CD7C03}">
      <dgm:prSet/>
      <dgm:spPr/>
      <dgm:t>
        <a:bodyPr/>
        <a:lstStyle/>
        <a:p>
          <a:endParaRPr lang="en-US"/>
        </a:p>
      </dgm:t>
    </dgm:pt>
    <dgm:pt modelId="{6679C24C-8AB8-4326-9459-1743BC1E09A9}">
      <dgm:prSet/>
      <dgm:spPr/>
      <dgm:t>
        <a:bodyPr/>
        <a:lstStyle/>
        <a:p>
          <a:pPr>
            <a:buFont typeface="Arial" panose="020B0604020202020204" pitchFamily="34" charset="0"/>
            <a:buChar char="•"/>
          </a:pPr>
          <a:r>
            <a:rPr lang="en-US"/>
            <a:t>Flexible Data Storage</a:t>
          </a:r>
        </a:p>
      </dgm:t>
    </dgm:pt>
    <dgm:pt modelId="{013D3CC0-FF85-4D90-B20A-2973C8620269}" type="parTrans" cxnId="{E73BA411-50F2-4C47-AA38-46855970CF70}">
      <dgm:prSet/>
      <dgm:spPr/>
      <dgm:t>
        <a:bodyPr/>
        <a:lstStyle/>
        <a:p>
          <a:endParaRPr lang="en-US"/>
        </a:p>
      </dgm:t>
    </dgm:pt>
    <dgm:pt modelId="{8B75C410-2C9F-45DA-814A-0DB59C81E10D}" type="sibTrans" cxnId="{E73BA411-50F2-4C47-AA38-46855970CF70}">
      <dgm:prSet/>
      <dgm:spPr/>
      <dgm:t>
        <a:bodyPr/>
        <a:lstStyle/>
        <a:p>
          <a:endParaRPr lang="en-US"/>
        </a:p>
      </dgm:t>
    </dgm:pt>
    <dgm:pt modelId="{35A99A75-4C65-4B99-B45D-A9351A6E0C70}">
      <dgm:prSet/>
      <dgm:spPr/>
      <dgm:t>
        <a:bodyPr/>
        <a:lstStyle/>
        <a:p>
          <a:pPr>
            <a:buFont typeface="Arial" panose="020B0604020202020204" pitchFamily="34" charset="0"/>
            <a:buChar char="•"/>
          </a:pPr>
          <a:r>
            <a:rPr lang="en-US"/>
            <a:t>Independent Scaling</a:t>
          </a:r>
        </a:p>
      </dgm:t>
    </dgm:pt>
    <dgm:pt modelId="{3D2EA0AD-3EBB-4B88-9833-88B2B4480849}" type="parTrans" cxnId="{3696CABD-ED20-4C83-88AC-08DBD8FBC785}">
      <dgm:prSet/>
      <dgm:spPr/>
      <dgm:t>
        <a:bodyPr/>
        <a:lstStyle/>
        <a:p>
          <a:endParaRPr lang="en-US"/>
        </a:p>
      </dgm:t>
    </dgm:pt>
    <dgm:pt modelId="{C9BCDBDD-7353-419D-9D85-8FC58DA6F114}" type="sibTrans" cxnId="{3696CABD-ED20-4C83-88AC-08DBD8FBC785}">
      <dgm:prSet/>
      <dgm:spPr/>
      <dgm:t>
        <a:bodyPr/>
        <a:lstStyle/>
        <a:p>
          <a:endParaRPr lang="en-US"/>
        </a:p>
      </dgm:t>
    </dgm:pt>
    <dgm:pt modelId="{7268031E-6B9A-4879-9CFC-62C6834D01F3}">
      <dgm:prSet/>
      <dgm:spPr/>
      <dgm:t>
        <a:bodyPr/>
        <a:lstStyle/>
        <a:p>
          <a:pPr>
            <a:buFont typeface="Arial" panose="020B0604020202020204" pitchFamily="34" charset="0"/>
            <a:buChar char="•"/>
          </a:pPr>
          <a:r>
            <a:rPr lang="en-US"/>
            <a:t>Specialized Databases</a:t>
          </a:r>
        </a:p>
      </dgm:t>
    </dgm:pt>
    <dgm:pt modelId="{E949C5EE-9B7D-48B9-8E0F-598429AAC4D8}" type="parTrans" cxnId="{186D47C0-9674-470B-9924-1DE418EC6895}">
      <dgm:prSet/>
      <dgm:spPr/>
      <dgm:t>
        <a:bodyPr/>
        <a:lstStyle/>
        <a:p>
          <a:endParaRPr lang="en-US"/>
        </a:p>
      </dgm:t>
    </dgm:pt>
    <dgm:pt modelId="{DCB103B2-C63D-406D-A829-7FE76F452258}" type="sibTrans" cxnId="{186D47C0-9674-470B-9924-1DE418EC6895}">
      <dgm:prSet/>
      <dgm:spPr/>
      <dgm:t>
        <a:bodyPr/>
        <a:lstStyle/>
        <a:p>
          <a:endParaRPr lang="en-US"/>
        </a:p>
      </dgm:t>
    </dgm:pt>
    <dgm:pt modelId="{74678851-69AB-4671-A5E2-9F292CF4D13C}">
      <dgm:prSet/>
      <dgm:spPr/>
      <dgm:t>
        <a:bodyPr/>
        <a:lstStyle/>
        <a:p>
          <a:pPr>
            <a:buFont typeface="Arial" panose="020B0604020202020204" pitchFamily="34" charset="0"/>
            <a:buChar char="•"/>
          </a:pPr>
          <a:r>
            <a:rPr lang="en-US"/>
            <a:t>Improved Flexibility</a:t>
          </a:r>
        </a:p>
      </dgm:t>
    </dgm:pt>
    <dgm:pt modelId="{200E1195-BDA9-48D2-9E29-78D87DADED81}" type="parTrans" cxnId="{8B1404B5-2387-48B4-AD05-2ADA571C3CF6}">
      <dgm:prSet/>
      <dgm:spPr/>
      <dgm:t>
        <a:bodyPr/>
        <a:lstStyle/>
        <a:p>
          <a:endParaRPr lang="en-US"/>
        </a:p>
      </dgm:t>
    </dgm:pt>
    <dgm:pt modelId="{BA61A3B4-7102-41C7-AF92-7D1A7ECF9EDA}" type="sibTrans" cxnId="{8B1404B5-2387-48B4-AD05-2ADA571C3CF6}">
      <dgm:prSet/>
      <dgm:spPr/>
      <dgm:t>
        <a:bodyPr/>
        <a:lstStyle/>
        <a:p>
          <a:endParaRPr lang="en-US"/>
        </a:p>
      </dgm:t>
    </dgm:pt>
    <dgm:pt modelId="{41F106BB-4FBE-4688-8A58-8EB5016ED30F}" type="pres">
      <dgm:prSet presAssocID="{43385145-ED7D-4802-A9EE-2AFABE29893E}" presName="cycle" presStyleCnt="0">
        <dgm:presLayoutVars>
          <dgm:dir/>
          <dgm:resizeHandles val="exact"/>
        </dgm:presLayoutVars>
      </dgm:prSet>
      <dgm:spPr/>
    </dgm:pt>
    <dgm:pt modelId="{BE32D1CD-F82E-47C2-AA83-B1C4BB4E1004}" type="pres">
      <dgm:prSet presAssocID="{9E353EE0-6B1E-4824-9423-DAC634B5D657}" presName="dummy" presStyleCnt="0"/>
      <dgm:spPr/>
    </dgm:pt>
    <dgm:pt modelId="{A7BCC5C2-EF5A-45FB-BF31-2F4D490BE8CE}" type="pres">
      <dgm:prSet presAssocID="{9E353EE0-6B1E-4824-9423-DAC634B5D657}" presName="node" presStyleLbl="revTx" presStyleIdx="0" presStyleCnt="6">
        <dgm:presLayoutVars>
          <dgm:bulletEnabled val="1"/>
        </dgm:presLayoutVars>
      </dgm:prSet>
      <dgm:spPr/>
    </dgm:pt>
    <dgm:pt modelId="{3134F637-07B6-49AE-A00A-FD06688A6EE2}" type="pres">
      <dgm:prSet presAssocID="{E155F7C8-50A7-401A-A164-095797658C12}" presName="sibTrans" presStyleLbl="node1" presStyleIdx="0" presStyleCnt="6"/>
      <dgm:spPr/>
    </dgm:pt>
    <dgm:pt modelId="{315B38B4-BFB1-40E6-BF36-E7D8A6196356}" type="pres">
      <dgm:prSet presAssocID="{E094970B-0994-4ECD-83C3-A486227EE98F}" presName="dummy" presStyleCnt="0"/>
      <dgm:spPr/>
    </dgm:pt>
    <dgm:pt modelId="{C0082781-CE70-4011-AF09-48C4DB36B743}" type="pres">
      <dgm:prSet presAssocID="{E094970B-0994-4ECD-83C3-A486227EE98F}" presName="node" presStyleLbl="revTx" presStyleIdx="1" presStyleCnt="6">
        <dgm:presLayoutVars>
          <dgm:bulletEnabled val="1"/>
        </dgm:presLayoutVars>
      </dgm:prSet>
      <dgm:spPr/>
    </dgm:pt>
    <dgm:pt modelId="{703C99A0-D6F5-49A9-8160-671BD4EC9F0A}" type="pres">
      <dgm:prSet presAssocID="{A28C1A08-4DEA-433C-8356-FC42879500DB}" presName="sibTrans" presStyleLbl="node1" presStyleIdx="1" presStyleCnt="6"/>
      <dgm:spPr/>
    </dgm:pt>
    <dgm:pt modelId="{2F36F5E4-B274-47AB-A1D8-5BD19CBC45B6}" type="pres">
      <dgm:prSet presAssocID="{6679C24C-8AB8-4326-9459-1743BC1E09A9}" presName="dummy" presStyleCnt="0"/>
      <dgm:spPr/>
    </dgm:pt>
    <dgm:pt modelId="{115D938F-93C7-4EC3-9491-97EB702C8FF8}" type="pres">
      <dgm:prSet presAssocID="{6679C24C-8AB8-4326-9459-1743BC1E09A9}" presName="node" presStyleLbl="revTx" presStyleIdx="2" presStyleCnt="6">
        <dgm:presLayoutVars>
          <dgm:bulletEnabled val="1"/>
        </dgm:presLayoutVars>
      </dgm:prSet>
      <dgm:spPr/>
    </dgm:pt>
    <dgm:pt modelId="{147FD920-9E5F-45CF-B239-2780E68A28F0}" type="pres">
      <dgm:prSet presAssocID="{8B75C410-2C9F-45DA-814A-0DB59C81E10D}" presName="sibTrans" presStyleLbl="node1" presStyleIdx="2" presStyleCnt="6"/>
      <dgm:spPr/>
    </dgm:pt>
    <dgm:pt modelId="{E189F955-9C23-433C-BDBB-AC0176B5BD1B}" type="pres">
      <dgm:prSet presAssocID="{35A99A75-4C65-4B99-B45D-A9351A6E0C70}" presName="dummy" presStyleCnt="0"/>
      <dgm:spPr/>
    </dgm:pt>
    <dgm:pt modelId="{C1CF29E3-1EA4-4906-9D90-E8C53176A074}" type="pres">
      <dgm:prSet presAssocID="{35A99A75-4C65-4B99-B45D-A9351A6E0C70}" presName="node" presStyleLbl="revTx" presStyleIdx="3" presStyleCnt="6">
        <dgm:presLayoutVars>
          <dgm:bulletEnabled val="1"/>
        </dgm:presLayoutVars>
      </dgm:prSet>
      <dgm:spPr/>
    </dgm:pt>
    <dgm:pt modelId="{42AFAF2D-E34D-478F-A6D0-B7687CC4E6A1}" type="pres">
      <dgm:prSet presAssocID="{C9BCDBDD-7353-419D-9D85-8FC58DA6F114}" presName="sibTrans" presStyleLbl="node1" presStyleIdx="3" presStyleCnt="6"/>
      <dgm:spPr/>
    </dgm:pt>
    <dgm:pt modelId="{C25B1BD2-BB36-4C94-B647-C85643655485}" type="pres">
      <dgm:prSet presAssocID="{7268031E-6B9A-4879-9CFC-62C6834D01F3}" presName="dummy" presStyleCnt="0"/>
      <dgm:spPr/>
    </dgm:pt>
    <dgm:pt modelId="{72A89552-69C1-4690-9482-57E95C4A78D0}" type="pres">
      <dgm:prSet presAssocID="{7268031E-6B9A-4879-9CFC-62C6834D01F3}" presName="node" presStyleLbl="revTx" presStyleIdx="4" presStyleCnt="6">
        <dgm:presLayoutVars>
          <dgm:bulletEnabled val="1"/>
        </dgm:presLayoutVars>
      </dgm:prSet>
      <dgm:spPr/>
    </dgm:pt>
    <dgm:pt modelId="{800F2078-169E-4D13-BBEF-D063D9B828D0}" type="pres">
      <dgm:prSet presAssocID="{DCB103B2-C63D-406D-A829-7FE76F452258}" presName="sibTrans" presStyleLbl="node1" presStyleIdx="4" presStyleCnt="6"/>
      <dgm:spPr/>
    </dgm:pt>
    <dgm:pt modelId="{E9AB8209-551B-44A0-97D0-8073363BE082}" type="pres">
      <dgm:prSet presAssocID="{74678851-69AB-4671-A5E2-9F292CF4D13C}" presName="dummy" presStyleCnt="0"/>
      <dgm:spPr/>
    </dgm:pt>
    <dgm:pt modelId="{B62A9FB6-B8BF-48D9-9584-CE8927DBFB46}" type="pres">
      <dgm:prSet presAssocID="{74678851-69AB-4671-A5E2-9F292CF4D13C}" presName="node" presStyleLbl="revTx" presStyleIdx="5" presStyleCnt="6">
        <dgm:presLayoutVars>
          <dgm:bulletEnabled val="1"/>
        </dgm:presLayoutVars>
      </dgm:prSet>
      <dgm:spPr/>
    </dgm:pt>
    <dgm:pt modelId="{87AFD370-BDB0-42E7-B110-8DFE3D92576A}" type="pres">
      <dgm:prSet presAssocID="{BA61A3B4-7102-41C7-AF92-7D1A7ECF9EDA}" presName="sibTrans" presStyleLbl="node1" presStyleIdx="5" presStyleCnt="6"/>
      <dgm:spPr/>
    </dgm:pt>
  </dgm:ptLst>
  <dgm:cxnLst>
    <dgm:cxn modelId="{D9CE9803-1A9E-4662-A16A-0B966F6957CD}" type="presOf" srcId="{E155F7C8-50A7-401A-A164-095797658C12}" destId="{3134F637-07B6-49AE-A00A-FD06688A6EE2}" srcOrd="0" destOrd="0" presId="urn:microsoft.com/office/officeart/2005/8/layout/cycle1"/>
    <dgm:cxn modelId="{FEDC0B0A-8EC4-48C2-A3F1-3E278AED9143}" type="presOf" srcId="{74678851-69AB-4671-A5E2-9F292CF4D13C}" destId="{B62A9FB6-B8BF-48D9-9584-CE8927DBFB46}" srcOrd="0" destOrd="0" presId="urn:microsoft.com/office/officeart/2005/8/layout/cycle1"/>
    <dgm:cxn modelId="{E73BA411-50F2-4C47-AA38-46855970CF70}" srcId="{43385145-ED7D-4802-A9EE-2AFABE29893E}" destId="{6679C24C-8AB8-4326-9459-1743BC1E09A9}" srcOrd="2" destOrd="0" parTransId="{013D3CC0-FF85-4D90-B20A-2973C8620269}" sibTransId="{8B75C410-2C9F-45DA-814A-0DB59C81E10D}"/>
    <dgm:cxn modelId="{F5449B20-DEBC-4755-844A-484523CD7C03}" srcId="{43385145-ED7D-4802-A9EE-2AFABE29893E}" destId="{E094970B-0994-4ECD-83C3-A486227EE98F}" srcOrd="1" destOrd="0" parTransId="{5F1CA645-8D63-4DA9-B117-CABD72D6752F}" sibTransId="{A28C1A08-4DEA-433C-8356-FC42879500DB}"/>
    <dgm:cxn modelId="{6AEFE622-B6F8-4A7D-883C-4BDC26BD60AA}" type="presOf" srcId="{DCB103B2-C63D-406D-A829-7FE76F452258}" destId="{800F2078-169E-4D13-BBEF-D063D9B828D0}" srcOrd="0" destOrd="0" presId="urn:microsoft.com/office/officeart/2005/8/layout/cycle1"/>
    <dgm:cxn modelId="{73B32D3F-0DAD-4CD4-81B5-DB70A8925AA2}" type="presOf" srcId="{9E353EE0-6B1E-4824-9423-DAC634B5D657}" destId="{A7BCC5C2-EF5A-45FB-BF31-2F4D490BE8CE}" srcOrd="0" destOrd="0" presId="urn:microsoft.com/office/officeart/2005/8/layout/cycle1"/>
    <dgm:cxn modelId="{54C13C5E-AB60-43AF-86B8-858F762DAB75}" type="presOf" srcId="{35A99A75-4C65-4B99-B45D-A9351A6E0C70}" destId="{C1CF29E3-1EA4-4906-9D90-E8C53176A074}" srcOrd="0" destOrd="0" presId="urn:microsoft.com/office/officeart/2005/8/layout/cycle1"/>
    <dgm:cxn modelId="{6D2D6B49-E672-42A0-800A-245A22CF5AF3}" type="presOf" srcId="{6679C24C-8AB8-4326-9459-1743BC1E09A9}" destId="{115D938F-93C7-4EC3-9491-97EB702C8FF8}" srcOrd="0" destOrd="0" presId="urn:microsoft.com/office/officeart/2005/8/layout/cycle1"/>
    <dgm:cxn modelId="{A672F371-EBD3-4503-8FDD-B7215046DBBA}" type="presOf" srcId="{C9BCDBDD-7353-419D-9D85-8FC58DA6F114}" destId="{42AFAF2D-E34D-478F-A6D0-B7687CC4E6A1}" srcOrd="0" destOrd="0" presId="urn:microsoft.com/office/officeart/2005/8/layout/cycle1"/>
    <dgm:cxn modelId="{3B433F5A-686E-4A21-8F05-44A45C1968FF}" srcId="{43385145-ED7D-4802-A9EE-2AFABE29893E}" destId="{9E353EE0-6B1E-4824-9423-DAC634B5D657}" srcOrd="0" destOrd="0" parTransId="{979148F3-01BD-40F1-B875-54EA9A937695}" sibTransId="{E155F7C8-50A7-401A-A164-095797658C12}"/>
    <dgm:cxn modelId="{42770A81-F562-47DB-A5C0-2814CCF0B890}" type="presOf" srcId="{E094970B-0994-4ECD-83C3-A486227EE98F}" destId="{C0082781-CE70-4011-AF09-48C4DB36B743}" srcOrd="0" destOrd="0" presId="urn:microsoft.com/office/officeart/2005/8/layout/cycle1"/>
    <dgm:cxn modelId="{B74C2E83-1D02-4915-B417-408D6ACCA0B9}" type="presOf" srcId="{BA61A3B4-7102-41C7-AF92-7D1A7ECF9EDA}" destId="{87AFD370-BDB0-42E7-B110-8DFE3D92576A}" srcOrd="0" destOrd="0" presId="urn:microsoft.com/office/officeart/2005/8/layout/cycle1"/>
    <dgm:cxn modelId="{8E92DC94-367D-4D23-B5FE-8D716215C448}" type="presOf" srcId="{7268031E-6B9A-4879-9CFC-62C6834D01F3}" destId="{72A89552-69C1-4690-9482-57E95C4A78D0}" srcOrd="0" destOrd="0" presId="urn:microsoft.com/office/officeart/2005/8/layout/cycle1"/>
    <dgm:cxn modelId="{8B1404B5-2387-48B4-AD05-2ADA571C3CF6}" srcId="{43385145-ED7D-4802-A9EE-2AFABE29893E}" destId="{74678851-69AB-4671-A5E2-9F292CF4D13C}" srcOrd="5" destOrd="0" parTransId="{200E1195-BDA9-48D2-9E29-78D87DADED81}" sibTransId="{BA61A3B4-7102-41C7-AF92-7D1A7ECF9EDA}"/>
    <dgm:cxn modelId="{3696CABD-ED20-4C83-88AC-08DBD8FBC785}" srcId="{43385145-ED7D-4802-A9EE-2AFABE29893E}" destId="{35A99A75-4C65-4B99-B45D-A9351A6E0C70}" srcOrd="3" destOrd="0" parTransId="{3D2EA0AD-3EBB-4B88-9833-88B2B4480849}" sibTransId="{C9BCDBDD-7353-419D-9D85-8FC58DA6F114}"/>
    <dgm:cxn modelId="{186D47C0-9674-470B-9924-1DE418EC6895}" srcId="{43385145-ED7D-4802-A9EE-2AFABE29893E}" destId="{7268031E-6B9A-4879-9CFC-62C6834D01F3}" srcOrd="4" destOrd="0" parTransId="{E949C5EE-9B7D-48B9-8E0F-598429AAC4D8}" sibTransId="{DCB103B2-C63D-406D-A829-7FE76F452258}"/>
    <dgm:cxn modelId="{95E874CB-8F96-43B2-B802-812DE18F211B}" type="presOf" srcId="{43385145-ED7D-4802-A9EE-2AFABE29893E}" destId="{41F106BB-4FBE-4688-8A58-8EB5016ED30F}" srcOrd="0" destOrd="0" presId="urn:microsoft.com/office/officeart/2005/8/layout/cycle1"/>
    <dgm:cxn modelId="{6CFDEFD7-0752-4155-A931-A006E34DE983}" type="presOf" srcId="{8B75C410-2C9F-45DA-814A-0DB59C81E10D}" destId="{147FD920-9E5F-45CF-B239-2780E68A28F0}" srcOrd="0" destOrd="0" presId="urn:microsoft.com/office/officeart/2005/8/layout/cycle1"/>
    <dgm:cxn modelId="{33E8DFDB-81EC-4971-9803-53D66F48EEC7}" type="presOf" srcId="{A28C1A08-4DEA-433C-8356-FC42879500DB}" destId="{703C99A0-D6F5-49A9-8160-671BD4EC9F0A}" srcOrd="0" destOrd="0" presId="urn:microsoft.com/office/officeart/2005/8/layout/cycle1"/>
    <dgm:cxn modelId="{DEF37C86-EE00-4DC4-BFCA-3123BD22F617}" type="presParOf" srcId="{41F106BB-4FBE-4688-8A58-8EB5016ED30F}" destId="{BE32D1CD-F82E-47C2-AA83-B1C4BB4E1004}" srcOrd="0" destOrd="0" presId="urn:microsoft.com/office/officeart/2005/8/layout/cycle1"/>
    <dgm:cxn modelId="{B233DD37-E8D8-4A92-A9E3-AA4647E26B6A}" type="presParOf" srcId="{41F106BB-4FBE-4688-8A58-8EB5016ED30F}" destId="{A7BCC5C2-EF5A-45FB-BF31-2F4D490BE8CE}" srcOrd="1" destOrd="0" presId="urn:microsoft.com/office/officeart/2005/8/layout/cycle1"/>
    <dgm:cxn modelId="{26AEF267-CAB5-45E6-A999-2153C9D430DB}" type="presParOf" srcId="{41F106BB-4FBE-4688-8A58-8EB5016ED30F}" destId="{3134F637-07B6-49AE-A00A-FD06688A6EE2}" srcOrd="2" destOrd="0" presId="urn:microsoft.com/office/officeart/2005/8/layout/cycle1"/>
    <dgm:cxn modelId="{0D85EAA5-94D8-45D9-8E12-6119DDE5787D}" type="presParOf" srcId="{41F106BB-4FBE-4688-8A58-8EB5016ED30F}" destId="{315B38B4-BFB1-40E6-BF36-E7D8A6196356}" srcOrd="3" destOrd="0" presId="urn:microsoft.com/office/officeart/2005/8/layout/cycle1"/>
    <dgm:cxn modelId="{3DD637A9-BB40-499A-BCFE-21DA1A243E16}" type="presParOf" srcId="{41F106BB-4FBE-4688-8A58-8EB5016ED30F}" destId="{C0082781-CE70-4011-AF09-48C4DB36B743}" srcOrd="4" destOrd="0" presId="urn:microsoft.com/office/officeart/2005/8/layout/cycle1"/>
    <dgm:cxn modelId="{C465CBC3-2006-4512-952E-E5EE891E466A}" type="presParOf" srcId="{41F106BB-4FBE-4688-8A58-8EB5016ED30F}" destId="{703C99A0-D6F5-49A9-8160-671BD4EC9F0A}" srcOrd="5" destOrd="0" presId="urn:microsoft.com/office/officeart/2005/8/layout/cycle1"/>
    <dgm:cxn modelId="{9F6B63DB-C3A3-4A46-8E8D-724454FF8B12}" type="presParOf" srcId="{41F106BB-4FBE-4688-8A58-8EB5016ED30F}" destId="{2F36F5E4-B274-47AB-A1D8-5BD19CBC45B6}" srcOrd="6" destOrd="0" presId="urn:microsoft.com/office/officeart/2005/8/layout/cycle1"/>
    <dgm:cxn modelId="{B5A22201-B74F-440C-B23B-D04BAB324F0C}" type="presParOf" srcId="{41F106BB-4FBE-4688-8A58-8EB5016ED30F}" destId="{115D938F-93C7-4EC3-9491-97EB702C8FF8}" srcOrd="7" destOrd="0" presId="urn:microsoft.com/office/officeart/2005/8/layout/cycle1"/>
    <dgm:cxn modelId="{5B3A1B67-C8F4-4FC5-8D94-3CAE58D22591}" type="presParOf" srcId="{41F106BB-4FBE-4688-8A58-8EB5016ED30F}" destId="{147FD920-9E5F-45CF-B239-2780E68A28F0}" srcOrd="8" destOrd="0" presId="urn:microsoft.com/office/officeart/2005/8/layout/cycle1"/>
    <dgm:cxn modelId="{1E9A9B6B-0C82-4DFD-8530-1C04E0D4E74C}" type="presParOf" srcId="{41F106BB-4FBE-4688-8A58-8EB5016ED30F}" destId="{E189F955-9C23-433C-BDBB-AC0176B5BD1B}" srcOrd="9" destOrd="0" presId="urn:microsoft.com/office/officeart/2005/8/layout/cycle1"/>
    <dgm:cxn modelId="{8DC52D82-7081-4140-A1E0-978CE4354BBD}" type="presParOf" srcId="{41F106BB-4FBE-4688-8A58-8EB5016ED30F}" destId="{C1CF29E3-1EA4-4906-9D90-E8C53176A074}" srcOrd="10" destOrd="0" presId="urn:microsoft.com/office/officeart/2005/8/layout/cycle1"/>
    <dgm:cxn modelId="{29B6954B-D1B2-4994-A00A-BF077E411C44}" type="presParOf" srcId="{41F106BB-4FBE-4688-8A58-8EB5016ED30F}" destId="{42AFAF2D-E34D-478F-A6D0-B7687CC4E6A1}" srcOrd="11" destOrd="0" presId="urn:microsoft.com/office/officeart/2005/8/layout/cycle1"/>
    <dgm:cxn modelId="{81F3C9C0-B00D-40C6-A572-F52EB736C92F}" type="presParOf" srcId="{41F106BB-4FBE-4688-8A58-8EB5016ED30F}" destId="{C25B1BD2-BB36-4C94-B647-C85643655485}" srcOrd="12" destOrd="0" presId="urn:microsoft.com/office/officeart/2005/8/layout/cycle1"/>
    <dgm:cxn modelId="{805B1FAE-8619-4E59-A2E9-36F3707AD391}" type="presParOf" srcId="{41F106BB-4FBE-4688-8A58-8EB5016ED30F}" destId="{72A89552-69C1-4690-9482-57E95C4A78D0}" srcOrd="13" destOrd="0" presId="urn:microsoft.com/office/officeart/2005/8/layout/cycle1"/>
    <dgm:cxn modelId="{9C8FA45C-7FC1-4F2F-BEEE-83A91276BDCC}" type="presParOf" srcId="{41F106BB-4FBE-4688-8A58-8EB5016ED30F}" destId="{800F2078-169E-4D13-BBEF-D063D9B828D0}" srcOrd="14" destOrd="0" presId="urn:microsoft.com/office/officeart/2005/8/layout/cycle1"/>
    <dgm:cxn modelId="{E8335955-345E-487E-8698-1E504E6EF7C3}" type="presParOf" srcId="{41F106BB-4FBE-4688-8A58-8EB5016ED30F}" destId="{E9AB8209-551B-44A0-97D0-8073363BE082}" srcOrd="15" destOrd="0" presId="urn:microsoft.com/office/officeart/2005/8/layout/cycle1"/>
    <dgm:cxn modelId="{4C551244-D137-4E93-A751-C352B27D439A}" type="presParOf" srcId="{41F106BB-4FBE-4688-8A58-8EB5016ED30F}" destId="{B62A9FB6-B8BF-48D9-9584-CE8927DBFB46}" srcOrd="16" destOrd="0" presId="urn:microsoft.com/office/officeart/2005/8/layout/cycle1"/>
    <dgm:cxn modelId="{6BC62AA2-4DD2-469D-9826-7B946902ACD3}" type="presParOf" srcId="{41F106BB-4FBE-4688-8A58-8EB5016ED30F}" destId="{87AFD370-BDB0-42E7-B110-8DFE3D92576A}" srcOrd="17"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B38994F-187E-4A37-B7F3-092B97904243}" type="doc">
      <dgm:prSet loTypeId="urn:microsoft.com/office/officeart/2018/2/layout/IconVerticalSolidList" loCatId="icon" qsTypeId="urn:microsoft.com/office/officeart/2005/8/quickstyle/simple1#3" qsCatId="simple" csTypeId="urn:microsoft.com/office/officeart/2018/5/colors/Iconchunking_neutralicontext_colorful1" csCatId="colorful" phldr="1"/>
      <dgm:spPr/>
      <dgm:t>
        <a:bodyPr/>
        <a:lstStyle/>
        <a:p>
          <a:endParaRPr lang="en-US"/>
        </a:p>
      </dgm:t>
    </dgm:pt>
    <dgm:pt modelId="{A2D41DCE-4455-462B-8911-D4D9E2D1A141}">
      <dgm:prSet/>
      <dgm:spPr/>
      <dgm:t>
        <a:bodyPr/>
        <a:lstStyle/>
        <a:p>
          <a:r>
            <a:rPr lang="en-US"/>
            <a:t>Database design influences application performance, reliability, scalability, and long-term maintenance.</a:t>
          </a:r>
        </a:p>
      </dgm:t>
    </dgm:pt>
    <dgm:pt modelId="{EC5B034F-771F-4212-91FD-7B167031074D}" type="parTrans" cxnId="{056EC007-6CCD-4BD2-8794-0681008DC7D5}">
      <dgm:prSet/>
      <dgm:spPr/>
      <dgm:t>
        <a:bodyPr/>
        <a:lstStyle/>
        <a:p>
          <a:endParaRPr lang="en-US"/>
        </a:p>
      </dgm:t>
    </dgm:pt>
    <dgm:pt modelId="{926FC235-BB42-4074-951D-8BD1042EBF45}" type="sibTrans" cxnId="{056EC007-6CCD-4BD2-8794-0681008DC7D5}">
      <dgm:prSet/>
      <dgm:spPr/>
      <dgm:t>
        <a:bodyPr/>
        <a:lstStyle/>
        <a:p>
          <a:endParaRPr lang="en-US"/>
        </a:p>
      </dgm:t>
    </dgm:pt>
    <dgm:pt modelId="{53579371-B6E8-4490-9899-04DCD2F87CF4}">
      <dgm:prSet/>
      <dgm:spPr/>
      <dgm:t>
        <a:bodyPr/>
        <a:lstStyle/>
        <a:p>
          <a:r>
            <a:rPr lang="en-US"/>
            <a:t>Decomposition helps developers build consistent relational data models and prevent data anomalies.</a:t>
          </a:r>
        </a:p>
      </dgm:t>
    </dgm:pt>
    <dgm:pt modelId="{6B593C36-F0D3-4168-A4E1-349B15926701}" type="parTrans" cxnId="{926B7685-3D4F-460C-81FF-90417F83E781}">
      <dgm:prSet/>
      <dgm:spPr/>
      <dgm:t>
        <a:bodyPr/>
        <a:lstStyle/>
        <a:p>
          <a:endParaRPr lang="en-US"/>
        </a:p>
      </dgm:t>
    </dgm:pt>
    <dgm:pt modelId="{6374AA74-3FFE-4648-9FFA-D2DE13591602}" type="sibTrans" cxnId="{926B7685-3D4F-460C-81FF-90417F83E781}">
      <dgm:prSet/>
      <dgm:spPr/>
      <dgm:t>
        <a:bodyPr/>
        <a:lstStyle/>
        <a:p>
          <a:endParaRPr lang="en-US"/>
        </a:p>
      </dgm:t>
    </dgm:pt>
    <dgm:pt modelId="{CF59F534-5B17-47AA-A699-0BEBDC11157F}">
      <dgm:prSet/>
      <dgm:spPr/>
      <dgm:t>
        <a:bodyPr/>
        <a:lstStyle/>
        <a:p>
          <a:r>
            <a:rPr lang="en-US"/>
            <a:t>Polyglot persistence allows software architectures to support different data requirements efficiently.</a:t>
          </a:r>
        </a:p>
      </dgm:t>
    </dgm:pt>
    <dgm:pt modelId="{C7C4000F-1D95-4AC2-860B-D51CF3B389B6}" type="parTrans" cxnId="{FFE2FB26-C329-4F52-AD18-DEE1F5162DB3}">
      <dgm:prSet/>
      <dgm:spPr/>
      <dgm:t>
        <a:bodyPr/>
        <a:lstStyle/>
        <a:p>
          <a:endParaRPr lang="en-US"/>
        </a:p>
      </dgm:t>
    </dgm:pt>
    <dgm:pt modelId="{C2BF36DC-6918-4AE2-939F-4D3572C0E560}" type="sibTrans" cxnId="{FFE2FB26-C329-4F52-AD18-DEE1F5162DB3}">
      <dgm:prSet/>
      <dgm:spPr/>
      <dgm:t>
        <a:bodyPr/>
        <a:lstStyle/>
        <a:p>
          <a:endParaRPr lang="en-US"/>
        </a:p>
      </dgm:t>
    </dgm:pt>
    <dgm:pt modelId="{DBAACF44-901B-4728-8A31-E48E302F5643}">
      <dgm:prSet/>
      <dgm:spPr/>
      <dgm:t>
        <a:bodyPr/>
        <a:lstStyle/>
        <a:p>
          <a:r>
            <a:rPr lang="en-US"/>
            <a:t>Both concepts are important in enterprise applications, cloud computing, and microservices architecture.</a:t>
          </a:r>
        </a:p>
      </dgm:t>
    </dgm:pt>
    <dgm:pt modelId="{AC66DF1F-EB93-41FB-A352-733454DE450F}" type="parTrans" cxnId="{618C382B-1DE0-4899-A2BD-2DCF0269B1DA}">
      <dgm:prSet/>
      <dgm:spPr/>
      <dgm:t>
        <a:bodyPr/>
        <a:lstStyle/>
        <a:p>
          <a:endParaRPr lang="en-US"/>
        </a:p>
      </dgm:t>
    </dgm:pt>
    <dgm:pt modelId="{7661F0F5-0F26-485F-A57C-A9B932DB8AD7}" type="sibTrans" cxnId="{618C382B-1DE0-4899-A2BD-2DCF0269B1DA}">
      <dgm:prSet/>
      <dgm:spPr/>
      <dgm:t>
        <a:bodyPr/>
        <a:lstStyle/>
        <a:p>
          <a:endParaRPr lang="en-US"/>
        </a:p>
      </dgm:t>
    </dgm:pt>
    <dgm:pt modelId="{CA4EC443-28BA-4AA3-A53A-558BC8B651C9}">
      <dgm:prSet/>
      <dgm:spPr/>
      <dgm:t>
        <a:bodyPr/>
        <a:lstStyle/>
        <a:p>
          <a:r>
            <a:rPr lang="en-US"/>
            <a:t>Understanding these approaches helps developers make informed decisions about storing and managing application data.</a:t>
          </a:r>
        </a:p>
      </dgm:t>
    </dgm:pt>
    <dgm:pt modelId="{32701A1E-6C1B-4802-81B8-8BBAD13EFA84}" type="parTrans" cxnId="{B958DF14-456F-4A85-B22B-63C7C93CD3D7}">
      <dgm:prSet/>
      <dgm:spPr/>
      <dgm:t>
        <a:bodyPr/>
        <a:lstStyle/>
        <a:p>
          <a:endParaRPr lang="en-US"/>
        </a:p>
      </dgm:t>
    </dgm:pt>
    <dgm:pt modelId="{E25B01CF-BFED-472E-B52F-DC772AA20EA9}" type="sibTrans" cxnId="{B958DF14-456F-4A85-B22B-63C7C93CD3D7}">
      <dgm:prSet/>
      <dgm:spPr/>
      <dgm:t>
        <a:bodyPr/>
        <a:lstStyle/>
        <a:p>
          <a:endParaRPr lang="en-US"/>
        </a:p>
      </dgm:t>
    </dgm:pt>
    <dgm:pt modelId="{32E676F8-FFFE-463C-8654-01F9B09B6AB1}">
      <dgm:prSet/>
      <dgm:spPr/>
      <dgm:t>
        <a:bodyPr/>
        <a:lstStyle/>
        <a:p>
          <a:r>
            <a:rPr lang="en-US"/>
            <a:t>Example: A large online retailer may need strong transaction management, flexible catalog storage, and fast caching within one application.</a:t>
          </a:r>
        </a:p>
      </dgm:t>
    </dgm:pt>
    <dgm:pt modelId="{1A105E2E-2EFE-4FAF-BDFE-8A5A10E01A30}" type="parTrans" cxnId="{DC5A3A44-4CAC-4A74-9311-ACDB9926A4A7}">
      <dgm:prSet/>
      <dgm:spPr/>
      <dgm:t>
        <a:bodyPr/>
        <a:lstStyle/>
        <a:p>
          <a:endParaRPr lang="en-US"/>
        </a:p>
      </dgm:t>
    </dgm:pt>
    <dgm:pt modelId="{276C3440-DE92-4455-9E67-0F403AF20A2C}" type="sibTrans" cxnId="{DC5A3A44-4CAC-4A74-9311-ACDB9926A4A7}">
      <dgm:prSet/>
      <dgm:spPr/>
      <dgm:t>
        <a:bodyPr/>
        <a:lstStyle/>
        <a:p>
          <a:endParaRPr lang="en-US"/>
        </a:p>
      </dgm:t>
    </dgm:pt>
    <dgm:pt modelId="{37D88106-68A5-44B8-ADE3-3948C45BD9F1}" type="pres">
      <dgm:prSet presAssocID="{5B38994F-187E-4A37-B7F3-092B97904243}" presName="root" presStyleCnt="0">
        <dgm:presLayoutVars>
          <dgm:dir/>
          <dgm:resizeHandles val="exact"/>
        </dgm:presLayoutVars>
      </dgm:prSet>
      <dgm:spPr/>
    </dgm:pt>
    <dgm:pt modelId="{C5DE1E6D-A4EC-4ADC-879B-560F2A9D6772}" type="pres">
      <dgm:prSet presAssocID="{A2D41DCE-4455-462B-8911-D4D9E2D1A141}" presName="compNode" presStyleCnt="0"/>
      <dgm:spPr/>
    </dgm:pt>
    <dgm:pt modelId="{6FE52568-5C29-49EB-A98B-7334B372F46E}" type="pres">
      <dgm:prSet presAssocID="{A2D41DCE-4455-462B-8911-D4D9E2D1A141}" presName="bgRect" presStyleLbl="bgShp" presStyleIdx="0" presStyleCnt="6"/>
      <dgm:spPr/>
    </dgm:pt>
    <dgm:pt modelId="{66F47872-9EB5-475B-BE61-7AB7F63C0408}" type="pres">
      <dgm:prSet presAssocID="{A2D41DCE-4455-462B-8911-D4D9E2D1A141}"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4D660CCC-52FE-4376-91BE-D1A0EF75BF73}" type="pres">
      <dgm:prSet presAssocID="{A2D41DCE-4455-462B-8911-D4D9E2D1A141}" presName="spaceRect" presStyleCnt="0"/>
      <dgm:spPr/>
    </dgm:pt>
    <dgm:pt modelId="{72ED4894-18ED-45DE-AB4E-CF59A0767D9C}" type="pres">
      <dgm:prSet presAssocID="{A2D41DCE-4455-462B-8911-D4D9E2D1A141}" presName="parTx" presStyleLbl="revTx" presStyleIdx="0" presStyleCnt="6">
        <dgm:presLayoutVars>
          <dgm:chMax val="0"/>
          <dgm:chPref val="0"/>
        </dgm:presLayoutVars>
      </dgm:prSet>
      <dgm:spPr/>
    </dgm:pt>
    <dgm:pt modelId="{1B986D64-4DD4-4CAA-87FD-AED8FC335437}" type="pres">
      <dgm:prSet presAssocID="{926FC235-BB42-4074-951D-8BD1042EBF45}" presName="sibTrans" presStyleCnt="0"/>
      <dgm:spPr/>
    </dgm:pt>
    <dgm:pt modelId="{9331E346-D6BC-41F0-96B2-57F200E87EAC}" type="pres">
      <dgm:prSet presAssocID="{53579371-B6E8-4490-9899-04DCD2F87CF4}" presName="compNode" presStyleCnt="0"/>
      <dgm:spPr/>
    </dgm:pt>
    <dgm:pt modelId="{970B6A9C-3049-4315-9E03-A12B5D299485}" type="pres">
      <dgm:prSet presAssocID="{53579371-B6E8-4490-9899-04DCD2F87CF4}" presName="bgRect" presStyleLbl="bgShp" presStyleIdx="1" presStyleCnt="6"/>
      <dgm:spPr/>
    </dgm:pt>
    <dgm:pt modelId="{37618D7E-2C41-4B10-80B7-0DFFFF5EAB42}" type="pres">
      <dgm:prSet presAssocID="{53579371-B6E8-4490-9899-04DCD2F87CF4}"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D47CC117-9D7C-4165-8465-788F690779A0}" type="pres">
      <dgm:prSet presAssocID="{53579371-B6E8-4490-9899-04DCD2F87CF4}" presName="spaceRect" presStyleCnt="0"/>
      <dgm:spPr/>
    </dgm:pt>
    <dgm:pt modelId="{242ED99B-69B3-48CA-8A3C-8AB1CCAC1C1A}" type="pres">
      <dgm:prSet presAssocID="{53579371-B6E8-4490-9899-04DCD2F87CF4}" presName="parTx" presStyleLbl="revTx" presStyleIdx="1" presStyleCnt="6">
        <dgm:presLayoutVars>
          <dgm:chMax val="0"/>
          <dgm:chPref val="0"/>
        </dgm:presLayoutVars>
      </dgm:prSet>
      <dgm:spPr/>
    </dgm:pt>
    <dgm:pt modelId="{7D30E81A-E0B8-4A96-A4B2-9E7E0B47833C}" type="pres">
      <dgm:prSet presAssocID="{6374AA74-3FFE-4648-9FFA-D2DE13591602}" presName="sibTrans" presStyleCnt="0"/>
      <dgm:spPr/>
    </dgm:pt>
    <dgm:pt modelId="{1034A751-32DF-43BE-8384-2D8302C18374}" type="pres">
      <dgm:prSet presAssocID="{CF59F534-5B17-47AA-A699-0BEBDC11157F}" presName="compNode" presStyleCnt="0"/>
      <dgm:spPr/>
    </dgm:pt>
    <dgm:pt modelId="{6857A1F9-DB43-4A41-B746-4A525C66825B}" type="pres">
      <dgm:prSet presAssocID="{CF59F534-5B17-47AA-A699-0BEBDC11157F}" presName="bgRect" presStyleLbl="bgShp" presStyleIdx="2" presStyleCnt="6"/>
      <dgm:spPr/>
    </dgm:pt>
    <dgm:pt modelId="{49DE4E81-AD29-4341-8DBE-E3F619EC67B9}" type="pres">
      <dgm:prSet presAssocID="{CF59F534-5B17-47AA-A699-0BEBDC11157F}"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ears"/>
        </a:ext>
      </dgm:extLst>
    </dgm:pt>
    <dgm:pt modelId="{B3DF5876-2E0A-4968-89FF-1BAE2B1B3732}" type="pres">
      <dgm:prSet presAssocID="{CF59F534-5B17-47AA-A699-0BEBDC11157F}" presName="spaceRect" presStyleCnt="0"/>
      <dgm:spPr/>
    </dgm:pt>
    <dgm:pt modelId="{198B2766-07C2-4668-8F3E-F633091F285E}" type="pres">
      <dgm:prSet presAssocID="{CF59F534-5B17-47AA-A699-0BEBDC11157F}" presName="parTx" presStyleLbl="revTx" presStyleIdx="2" presStyleCnt="6">
        <dgm:presLayoutVars>
          <dgm:chMax val="0"/>
          <dgm:chPref val="0"/>
        </dgm:presLayoutVars>
      </dgm:prSet>
      <dgm:spPr/>
    </dgm:pt>
    <dgm:pt modelId="{B3BD0097-5B84-4D8E-8906-C7810C33EF39}" type="pres">
      <dgm:prSet presAssocID="{C2BF36DC-6918-4AE2-939F-4D3572C0E560}" presName="sibTrans" presStyleCnt="0"/>
      <dgm:spPr/>
    </dgm:pt>
    <dgm:pt modelId="{23317166-E912-490E-A8C7-0BF2E96824D2}" type="pres">
      <dgm:prSet presAssocID="{DBAACF44-901B-4728-8A31-E48E302F5643}" presName="compNode" presStyleCnt="0"/>
      <dgm:spPr/>
    </dgm:pt>
    <dgm:pt modelId="{6C507980-8430-40AE-824E-A29B1709884D}" type="pres">
      <dgm:prSet presAssocID="{DBAACF44-901B-4728-8A31-E48E302F5643}" presName="bgRect" presStyleLbl="bgShp" presStyleIdx="3" presStyleCnt="6"/>
      <dgm:spPr/>
    </dgm:pt>
    <dgm:pt modelId="{D726ACE8-52FF-4929-A0EF-E9185C6C9D96}" type="pres">
      <dgm:prSet presAssocID="{DBAACF44-901B-4728-8A31-E48E302F5643}"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3DA5FEF5-187B-477F-BE2C-5F4FA050437E}" type="pres">
      <dgm:prSet presAssocID="{DBAACF44-901B-4728-8A31-E48E302F5643}" presName="spaceRect" presStyleCnt="0"/>
      <dgm:spPr/>
    </dgm:pt>
    <dgm:pt modelId="{1AB9F062-4CBF-4978-B47A-3B4C859E8738}" type="pres">
      <dgm:prSet presAssocID="{DBAACF44-901B-4728-8A31-E48E302F5643}" presName="parTx" presStyleLbl="revTx" presStyleIdx="3" presStyleCnt="6">
        <dgm:presLayoutVars>
          <dgm:chMax val="0"/>
          <dgm:chPref val="0"/>
        </dgm:presLayoutVars>
      </dgm:prSet>
      <dgm:spPr/>
    </dgm:pt>
    <dgm:pt modelId="{340BEF7D-4176-471A-95EC-8606B20F5731}" type="pres">
      <dgm:prSet presAssocID="{7661F0F5-0F26-485F-A57C-A9B932DB8AD7}" presName="sibTrans" presStyleCnt="0"/>
      <dgm:spPr/>
    </dgm:pt>
    <dgm:pt modelId="{38667668-B5D3-46C3-9681-3B0546D6E24B}" type="pres">
      <dgm:prSet presAssocID="{CA4EC443-28BA-4AA3-A53A-558BC8B651C9}" presName="compNode" presStyleCnt="0"/>
      <dgm:spPr/>
    </dgm:pt>
    <dgm:pt modelId="{6EE8621B-588A-4D42-9EBF-4BB9F5320623}" type="pres">
      <dgm:prSet presAssocID="{CA4EC443-28BA-4AA3-A53A-558BC8B651C9}" presName="bgRect" presStyleLbl="bgShp" presStyleIdx="4" presStyleCnt="6"/>
      <dgm:spPr/>
    </dgm:pt>
    <dgm:pt modelId="{BBC96E44-63DB-4E9D-80DE-E1B7CA582357}" type="pres">
      <dgm:prSet presAssocID="{CA4EC443-28BA-4AA3-A53A-558BC8B651C9}"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ead with Gears"/>
        </a:ext>
      </dgm:extLst>
    </dgm:pt>
    <dgm:pt modelId="{FCF58799-D4D3-4046-B16B-670B999926FB}" type="pres">
      <dgm:prSet presAssocID="{CA4EC443-28BA-4AA3-A53A-558BC8B651C9}" presName="spaceRect" presStyleCnt="0"/>
      <dgm:spPr/>
    </dgm:pt>
    <dgm:pt modelId="{58299DB5-0B79-47F6-AA7D-0E4982683D67}" type="pres">
      <dgm:prSet presAssocID="{CA4EC443-28BA-4AA3-A53A-558BC8B651C9}" presName="parTx" presStyleLbl="revTx" presStyleIdx="4" presStyleCnt="6">
        <dgm:presLayoutVars>
          <dgm:chMax val="0"/>
          <dgm:chPref val="0"/>
        </dgm:presLayoutVars>
      </dgm:prSet>
      <dgm:spPr/>
    </dgm:pt>
    <dgm:pt modelId="{05DA3D37-BADF-49B0-87DC-A677967CE263}" type="pres">
      <dgm:prSet presAssocID="{E25B01CF-BFED-472E-B52F-DC772AA20EA9}" presName="sibTrans" presStyleCnt="0"/>
      <dgm:spPr/>
    </dgm:pt>
    <dgm:pt modelId="{AC51474B-444C-4DE4-B70E-CA51835AB092}" type="pres">
      <dgm:prSet presAssocID="{32E676F8-FFFE-463C-8654-01F9B09B6AB1}" presName="compNode" presStyleCnt="0"/>
      <dgm:spPr/>
    </dgm:pt>
    <dgm:pt modelId="{12818F3A-2E8E-44FE-B34B-CDB8C7814EB9}" type="pres">
      <dgm:prSet presAssocID="{32E676F8-FFFE-463C-8654-01F9B09B6AB1}" presName="bgRect" presStyleLbl="bgShp" presStyleIdx="5" presStyleCnt="6"/>
      <dgm:spPr/>
    </dgm:pt>
    <dgm:pt modelId="{6A925A1A-C290-4628-981B-06362F797034}" type="pres">
      <dgm:prSet presAssocID="{32E676F8-FFFE-463C-8654-01F9B09B6AB1}"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97D98459-446B-4292-858E-76A767505BBD}" type="pres">
      <dgm:prSet presAssocID="{32E676F8-FFFE-463C-8654-01F9B09B6AB1}" presName="spaceRect" presStyleCnt="0"/>
      <dgm:spPr/>
    </dgm:pt>
    <dgm:pt modelId="{4294C2B5-DD4D-4C5B-B94C-514AAA0445BE}" type="pres">
      <dgm:prSet presAssocID="{32E676F8-FFFE-463C-8654-01F9B09B6AB1}" presName="parTx" presStyleLbl="revTx" presStyleIdx="5" presStyleCnt="6">
        <dgm:presLayoutVars>
          <dgm:chMax val="0"/>
          <dgm:chPref val="0"/>
        </dgm:presLayoutVars>
      </dgm:prSet>
      <dgm:spPr/>
    </dgm:pt>
  </dgm:ptLst>
  <dgm:cxnLst>
    <dgm:cxn modelId="{056EC007-6CCD-4BD2-8794-0681008DC7D5}" srcId="{5B38994F-187E-4A37-B7F3-092B97904243}" destId="{A2D41DCE-4455-462B-8911-D4D9E2D1A141}" srcOrd="0" destOrd="0" parTransId="{EC5B034F-771F-4212-91FD-7B167031074D}" sibTransId="{926FC235-BB42-4074-951D-8BD1042EBF45}"/>
    <dgm:cxn modelId="{6862AE13-7D27-4FE2-AF9D-03229946B9AB}" type="presOf" srcId="{A2D41DCE-4455-462B-8911-D4D9E2D1A141}" destId="{72ED4894-18ED-45DE-AB4E-CF59A0767D9C}" srcOrd="0" destOrd="0" presId="urn:microsoft.com/office/officeart/2018/2/layout/IconVerticalSolidList"/>
    <dgm:cxn modelId="{B958DF14-456F-4A85-B22B-63C7C93CD3D7}" srcId="{5B38994F-187E-4A37-B7F3-092B97904243}" destId="{CA4EC443-28BA-4AA3-A53A-558BC8B651C9}" srcOrd="4" destOrd="0" parTransId="{32701A1E-6C1B-4802-81B8-8BBAD13EFA84}" sibTransId="{E25B01CF-BFED-472E-B52F-DC772AA20EA9}"/>
    <dgm:cxn modelId="{FFE2FB26-C329-4F52-AD18-DEE1F5162DB3}" srcId="{5B38994F-187E-4A37-B7F3-092B97904243}" destId="{CF59F534-5B17-47AA-A699-0BEBDC11157F}" srcOrd="2" destOrd="0" parTransId="{C7C4000F-1D95-4AC2-860B-D51CF3B389B6}" sibTransId="{C2BF36DC-6918-4AE2-939F-4D3572C0E560}"/>
    <dgm:cxn modelId="{618C382B-1DE0-4899-A2BD-2DCF0269B1DA}" srcId="{5B38994F-187E-4A37-B7F3-092B97904243}" destId="{DBAACF44-901B-4728-8A31-E48E302F5643}" srcOrd="3" destOrd="0" parTransId="{AC66DF1F-EB93-41FB-A352-733454DE450F}" sibTransId="{7661F0F5-0F26-485F-A57C-A9B932DB8AD7}"/>
    <dgm:cxn modelId="{8E38F462-3568-4290-BB0A-255913DF457D}" type="presOf" srcId="{CA4EC443-28BA-4AA3-A53A-558BC8B651C9}" destId="{58299DB5-0B79-47F6-AA7D-0E4982683D67}" srcOrd="0" destOrd="0" presId="urn:microsoft.com/office/officeart/2018/2/layout/IconVerticalSolidList"/>
    <dgm:cxn modelId="{DC5A3A44-4CAC-4A74-9311-ACDB9926A4A7}" srcId="{5B38994F-187E-4A37-B7F3-092B97904243}" destId="{32E676F8-FFFE-463C-8654-01F9B09B6AB1}" srcOrd="5" destOrd="0" parTransId="{1A105E2E-2EFE-4FAF-BDFE-8A5A10E01A30}" sibTransId="{276C3440-DE92-4455-9E67-0F403AF20A2C}"/>
    <dgm:cxn modelId="{05827259-6CF1-4803-879F-48AA0509652E}" type="presOf" srcId="{CF59F534-5B17-47AA-A699-0BEBDC11157F}" destId="{198B2766-07C2-4668-8F3E-F633091F285E}" srcOrd="0" destOrd="0" presId="urn:microsoft.com/office/officeart/2018/2/layout/IconVerticalSolidList"/>
    <dgm:cxn modelId="{AE885484-3D25-4098-9839-7CBC94DE52B8}" type="presOf" srcId="{32E676F8-FFFE-463C-8654-01F9B09B6AB1}" destId="{4294C2B5-DD4D-4C5B-B94C-514AAA0445BE}" srcOrd="0" destOrd="0" presId="urn:microsoft.com/office/officeart/2018/2/layout/IconVerticalSolidList"/>
    <dgm:cxn modelId="{926B7685-3D4F-460C-81FF-90417F83E781}" srcId="{5B38994F-187E-4A37-B7F3-092B97904243}" destId="{53579371-B6E8-4490-9899-04DCD2F87CF4}" srcOrd="1" destOrd="0" parTransId="{6B593C36-F0D3-4168-A4E1-349B15926701}" sibTransId="{6374AA74-3FFE-4648-9FFA-D2DE13591602}"/>
    <dgm:cxn modelId="{CD19A7A8-0590-4B59-9BCE-A966DFE31660}" type="presOf" srcId="{5B38994F-187E-4A37-B7F3-092B97904243}" destId="{37D88106-68A5-44B8-ADE3-3948C45BD9F1}" srcOrd="0" destOrd="0" presId="urn:microsoft.com/office/officeart/2018/2/layout/IconVerticalSolidList"/>
    <dgm:cxn modelId="{98E97BC8-485C-4F53-90E9-8F57845576C2}" type="presOf" srcId="{53579371-B6E8-4490-9899-04DCD2F87CF4}" destId="{242ED99B-69B3-48CA-8A3C-8AB1CCAC1C1A}" srcOrd="0" destOrd="0" presId="urn:microsoft.com/office/officeart/2018/2/layout/IconVerticalSolidList"/>
    <dgm:cxn modelId="{B19F27F9-DF6B-48C6-9FC1-559E7D5AB45E}" type="presOf" srcId="{DBAACF44-901B-4728-8A31-E48E302F5643}" destId="{1AB9F062-4CBF-4978-B47A-3B4C859E8738}" srcOrd="0" destOrd="0" presId="urn:microsoft.com/office/officeart/2018/2/layout/IconVerticalSolidList"/>
    <dgm:cxn modelId="{4D9C6A36-F2BB-4CCB-BD42-073CD5C01A54}" type="presParOf" srcId="{37D88106-68A5-44B8-ADE3-3948C45BD9F1}" destId="{C5DE1E6D-A4EC-4ADC-879B-560F2A9D6772}" srcOrd="0" destOrd="0" presId="urn:microsoft.com/office/officeart/2018/2/layout/IconVerticalSolidList"/>
    <dgm:cxn modelId="{61D9AAFF-2549-44D9-AC01-ABB5BF261226}" type="presParOf" srcId="{C5DE1E6D-A4EC-4ADC-879B-560F2A9D6772}" destId="{6FE52568-5C29-49EB-A98B-7334B372F46E}" srcOrd="0" destOrd="0" presId="urn:microsoft.com/office/officeart/2018/2/layout/IconVerticalSolidList"/>
    <dgm:cxn modelId="{A9A0ECC4-BFED-4715-96DE-6C8F57FD9019}" type="presParOf" srcId="{C5DE1E6D-A4EC-4ADC-879B-560F2A9D6772}" destId="{66F47872-9EB5-475B-BE61-7AB7F63C0408}" srcOrd="1" destOrd="0" presId="urn:microsoft.com/office/officeart/2018/2/layout/IconVerticalSolidList"/>
    <dgm:cxn modelId="{6958ED0F-8381-4C5C-B2B1-98D931BC6B3D}" type="presParOf" srcId="{C5DE1E6D-A4EC-4ADC-879B-560F2A9D6772}" destId="{4D660CCC-52FE-4376-91BE-D1A0EF75BF73}" srcOrd="2" destOrd="0" presId="urn:microsoft.com/office/officeart/2018/2/layout/IconVerticalSolidList"/>
    <dgm:cxn modelId="{07FD4C69-9824-4F7C-BAD0-22AD9AD7014E}" type="presParOf" srcId="{C5DE1E6D-A4EC-4ADC-879B-560F2A9D6772}" destId="{72ED4894-18ED-45DE-AB4E-CF59A0767D9C}" srcOrd="3" destOrd="0" presId="urn:microsoft.com/office/officeart/2018/2/layout/IconVerticalSolidList"/>
    <dgm:cxn modelId="{A871267F-2778-40B9-8E31-FF3A1AD80BFE}" type="presParOf" srcId="{37D88106-68A5-44B8-ADE3-3948C45BD9F1}" destId="{1B986D64-4DD4-4CAA-87FD-AED8FC335437}" srcOrd="1" destOrd="0" presId="urn:microsoft.com/office/officeart/2018/2/layout/IconVerticalSolidList"/>
    <dgm:cxn modelId="{EB361208-3BA7-42AB-B5CC-74396AD6DAD1}" type="presParOf" srcId="{37D88106-68A5-44B8-ADE3-3948C45BD9F1}" destId="{9331E346-D6BC-41F0-96B2-57F200E87EAC}" srcOrd="2" destOrd="0" presId="urn:microsoft.com/office/officeart/2018/2/layout/IconVerticalSolidList"/>
    <dgm:cxn modelId="{BAC16AE7-5296-4223-BE03-4F1BCA2F668A}" type="presParOf" srcId="{9331E346-D6BC-41F0-96B2-57F200E87EAC}" destId="{970B6A9C-3049-4315-9E03-A12B5D299485}" srcOrd="0" destOrd="0" presId="urn:microsoft.com/office/officeart/2018/2/layout/IconVerticalSolidList"/>
    <dgm:cxn modelId="{5B847E4F-153F-422C-8D3E-D24345A56A30}" type="presParOf" srcId="{9331E346-D6BC-41F0-96B2-57F200E87EAC}" destId="{37618D7E-2C41-4B10-80B7-0DFFFF5EAB42}" srcOrd="1" destOrd="0" presId="urn:microsoft.com/office/officeart/2018/2/layout/IconVerticalSolidList"/>
    <dgm:cxn modelId="{64FEAA68-E666-4EFE-B1E4-6A94761FB861}" type="presParOf" srcId="{9331E346-D6BC-41F0-96B2-57F200E87EAC}" destId="{D47CC117-9D7C-4165-8465-788F690779A0}" srcOrd="2" destOrd="0" presId="urn:microsoft.com/office/officeart/2018/2/layout/IconVerticalSolidList"/>
    <dgm:cxn modelId="{76F91035-DEB2-428D-ABC5-9584915B985A}" type="presParOf" srcId="{9331E346-D6BC-41F0-96B2-57F200E87EAC}" destId="{242ED99B-69B3-48CA-8A3C-8AB1CCAC1C1A}" srcOrd="3" destOrd="0" presId="urn:microsoft.com/office/officeart/2018/2/layout/IconVerticalSolidList"/>
    <dgm:cxn modelId="{5A30030D-D2CB-4134-9116-4F3D0D7868D8}" type="presParOf" srcId="{37D88106-68A5-44B8-ADE3-3948C45BD9F1}" destId="{7D30E81A-E0B8-4A96-A4B2-9E7E0B47833C}" srcOrd="3" destOrd="0" presId="urn:microsoft.com/office/officeart/2018/2/layout/IconVerticalSolidList"/>
    <dgm:cxn modelId="{61E49F02-2DDD-47BF-B730-9BE6DB67F99B}" type="presParOf" srcId="{37D88106-68A5-44B8-ADE3-3948C45BD9F1}" destId="{1034A751-32DF-43BE-8384-2D8302C18374}" srcOrd="4" destOrd="0" presId="urn:microsoft.com/office/officeart/2018/2/layout/IconVerticalSolidList"/>
    <dgm:cxn modelId="{308D42CC-9575-45FD-969E-70A932690B28}" type="presParOf" srcId="{1034A751-32DF-43BE-8384-2D8302C18374}" destId="{6857A1F9-DB43-4A41-B746-4A525C66825B}" srcOrd="0" destOrd="0" presId="urn:microsoft.com/office/officeart/2018/2/layout/IconVerticalSolidList"/>
    <dgm:cxn modelId="{08009171-6DBB-41C2-B625-BD904BC9F6BD}" type="presParOf" srcId="{1034A751-32DF-43BE-8384-2D8302C18374}" destId="{49DE4E81-AD29-4341-8DBE-E3F619EC67B9}" srcOrd="1" destOrd="0" presId="urn:microsoft.com/office/officeart/2018/2/layout/IconVerticalSolidList"/>
    <dgm:cxn modelId="{3314CEF7-A1B1-44B0-B795-E780DDD32690}" type="presParOf" srcId="{1034A751-32DF-43BE-8384-2D8302C18374}" destId="{B3DF5876-2E0A-4968-89FF-1BAE2B1B3732}" srcOrd="2" destOrd="0" presId="urn:microsoft.com/office/officeart/2018/2/layout/IconVerticalSolidList"/>
    <dgm:cxn modelId="{81538F8F-9799-4C8E-8835-9D7CE72A2064}" type="presParOf" srcId="{1034A751-32DF-43BE-8384-2D8302C18374}" destId="{198B2766-07C2-4668-8F3E-F633091F285E}" srcOrd="3" destOrd="0" presId="urn:microsoft.com/office/officeart/2018/2/layout/IconVerticalSolidList"/>
    <dgm:cxn modelId="{4395A7A0-A32E-4450-B356-94DDCC59AE99}" type="presParOf" srcId="{37D88106-68A5-44B8-ADE3-3948C45BD9F1}" destId="{B3BD0097-5B84-4D8E-8906-C7810C33EF39}" srcOrd="5" destOrd="0" presId="urn:microsoft.com/office/officeart/2018/2/layout/IconVerticalSolidList"/>
    <dgm:cxn modelId="{EFBD945D-1956-4247-B48E-A0900AE3890C}" type="presParOf" srcId="{37D88106-68A5-44B8-ADE3-3948C45BD9F1}" destId="{23317166-E912-490E-A8C7-0BF2E96824D2}" srcOrd="6" destOrd="0" presId="urn:microsoft.com/office/officeart/2018/2/layout/IconVerticalSolidList"/>
    <dgm:cxn modelId="{2F41D5EB-DFC9-40A0-A677-160703BAF732}" type="presParOf" srcId="{23317166-E912-490E-A8C7-0BF2E96824D2}" destId="{6C507980-8430-40AE-824E-A29B1709884D}" srcOrd="0" destOrd="0" presId="urn:microsoft.com/office/officeart/2018/2/layout/IconVerticalSolidList"/>
    <dgm:cxn modelId="{5DEA9853-FAD0-433D-99B5-8AE88B381812}" type="presParOf" srcId="{23317166-E912-490E-A8C7-0BF2E96824D2}" destId="{D726ACE8-52FF-4929-A0EF-E9185C6C9D96}" srcOrd="1" destOrd="0" presId="urn:microsoft.com/office/officeart/2018/2/layout/IconVerticalSolidList"/>
    <dgm:cxn modelId="{4793B0AA-551A-453A-AB7E-82C243984C0F}" type="presParOf" srcId="{23317166-E912-490E-A8C7-0BF2E96824D2}" destId="{3DA5FEF5-187B-477F-BE2C-5F4FA050437E}" srcOrd="2" destOrd="0" presId="urn:microsoft.com/office/officeart/2018/2/layout/IconVerticalSolidList"/>
    <dgm:cxn modelId="{82A88047-A8C5-4826-BA25-D2B84FFDB7F8}" type="presParOf" srcId="{23317166-E912-490E-A8C7-0BF2E96824D2}" destId="{1AB9F062-4CBF-4978-B47A-3B4C859E8738}" srcOrd="3" destOrd="0" presId="urn:microsoft.com/office/officeart/2018/2/layout/IconVerticalSolidList"/>
    <dgm:cxn modelId="{083740EB-E90A-475C-99F7-77435ED9FF7F}" type="presParOf" srcId="{37D88106-68A5-44B8-ADE3-3948C45BD9F1}" destId="{340BEF7D-4176-471A-95EC-8606B20F5731}" srcOrd="7" destOrd="0" presId="urn:microsoft.com/office/officeart/2018/2/layout/IconVerticalSolidList"/>
    <dgm:cxn modelId="{F78789A6-A771-41AE-A6DA-B4531FD29520}" type="presParOf" srcId="{37D88106-68A5-44B8-ADE3-3948C45BD9F1}" destId="{38667668-B5D3-46C3-9681-3B0546D6E24B}" srcOrd="8" destOrd="0" presId="urn:microsoft.com/office/officeart/2018/2/layout/IconVerticalSolidList"/>
    <dgm:cxn modelId="{6DDABE53-C0A1-4B84-9558-138BE955724A}" type="presParOf" srcId="{38667668-B5D3-46C3-9681-3B0546D6E24B}" destId="{6EE8621B-588A-4D42-9EBF-4BB9F5320623}" srcOrd="0" destOrd="0" presId="urn:microsoft.com/office/officeart/2018/2/layout/IconVerticalSolidList"/>
    <dgm:cxn modelId="{1BD64D57-8F67-429B-A968-97DDD6E9AFF9}" type="presParOf" srcId="{38667668-B5D3-46C3-9681-3B0546D6E24B}" destId="{BBC96E44-63DB-4E9D-80DE-E1B7CA582357}" srcOrd="1" destOrd="0" presId="urn:microsoft.com/office/officeart/2018/2/layout/IconVerticalSolidList"/>
    <dgm:cxn modelId="{9E74599F-2563-4A99-870F-4EB3CC70D61E}" type="presParOf" srcId="{38667668-B5D3-46C3-9681-3B0546D6E24B}" destId="{FCF58799-D4D3-4046-B16B-670B999926FB}" srcOrd="2" destOrd="0" presId="urn:microsoft.com/office/officeart/2018/2/layout/IconVerticalSolidList"/>
    <dgm:cxn modelId="{80C67168-A980-47B8-A28D-9BFDF3B0CE5E}" type="presParOf" srcId="{38667668-B5D3-46C3-9681-3B0546D6E24B}" destId="{58299DB5-0B79-47F6-AA7D-0E4982683D67}" srcOrd="3" destOrd="0" presId="urn:microsoft.com/office/officeart/2018/2/layout/IconVerticalSolidList"/>
    <dgm:cxn modelId="{85CB8E4A-0E6B-4B24-893E-C1D46E4038D3}" type="presParOf" srcId="{37D88106-68A5-44B8-ADE3-3948C45BD9F1}" destId="{05DA3D37-BADF-49B0-87DC-A677967CE263}" srcOrd="9" destOrd="0" presId="urn:microsoft.com/office/officeart/2018/2/layout/IconVerticalSolidList"/>
    <dgm:cxn modelId="{2651CA16-D45E-4784-AA7E-245AA7BF7561}" type="presParOf" srcId="{37D88106-68A5-44B8-ADE3-3948C45BD9F1}" destId="{AC51474B-444C-4DE4-B70E-CA51835AB092}" srcOrd="10" destOrd="0" presId="urn:microsoft.com/office/officeart/2018/2/layout/IconVerticalSolidList"/>
    <dgm:cxn modelId="{71570915-DEAC-4BA4-AF4C-6BAD4227710E}" type="presParOf" srcId="{AC51474B-444C-4DE4-B70E-CA51835AB092}" destId="{12818F3A-2E8E-44FE-B34B-CDB8C7814EB9}" srcOrd="0" destOrd="0" presId="urn:microsoft.com/office/officeart/2018/2/layout/IconVerticalSolidList"/>
    <dgm:cxn modelId="{3118C718-2E07-4B5A-AA1D-A46AE76303C6}" type="presParOf" srcId="{AC51474B-444C-4DE4-B70E-CA51835AB092}" destId="{6A925A1A-C290-4628-981B-06362F797034}" srcOrd="1" destOrd="0" presId="urn:microsoft.com/office/officeart/2018/2/layout/IconVerticalSolidList"/>
    <dgm:cxn modelId="{DCC8A34D-74A3-4A43-B623-0E1553EA66D1}" type="presParOf" srcId="{AC51474B-444C-4DE4-B70E-CA51835AB092}" destId="{97D98459-446B-4292-858E-76A767505BBD}" srcOrd="2" destOrd="0" presId="urn:microsoft.com/office/officeart/2018/2/layout/IconVerticalSolidList"/>
    <dgm:cxn modelId="{78A47CF8-AA48-4902-8787-8FF341551998}" type="presParOf" srcId="{AC51474B-444C-4DE4-B70E-CA51835AB092}" destId="{4294C2B5-DD4D-4C5B-B94C-514AAA0445BE}"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5A9FCA2-A5EA-4893-9B3F-6D74445F7761}" type="doc">
      <dgm:prSet loTypeId="urn:microsoft.com/office/officeart/2005/8/layout/vList2" loCatId="list" qsTypeId="urn:microsoft.com/office/officeart/2005/8/quickstyle/simple1#4" qsCatId="simple" csTypeId="urn:microsoft.com/office/officeart/2005/8/colors/accent1_2#3" csCatId="accent1" phldr="1"/>
      <dgm:spPr/>
      <dgm:t>
        <a:bodyPr/>
        <a:lstStyle/>
        <a:p>
          <a:endParaRPr lang="en-US"/>
        </a:p>
      </dgm:t>
    </dgm:pt>
    <dgm:pt modelId="{1F783994-A609-4CE0-9849-A9A2A8B0244B}">
      <dgm:prSet/>
      <dgm:spPr/>
      <dgm:t>
        <a:bodyPr/>
        <a:lstStyle/>
        <a:p>
          <a:pPr>
            <a:buFont typeface="Arial" panose="020B0604020202020204" pitchFamily="34" charset="0"/>
            <a:buChar char="•"/>
          </a:pPr>
          <a:r>
            <a:rPr lang="en-US"/>
            <a:t>Database decomposition reduces redundancy and improves data integrity.</a:t>
          </a:r>
        </a:p>
      </dgm:t>
    </dgm:pt>
    <dgm:pt modelId="{CB3961F5-445A-4879-A962-DD6F649F1276}" type="parTrans" cxnId="{D8432A28-7D29-48B5-BE76-5DB47DD8DD87}">
      <dgm:prSet/>
      <dgm:spPr/>
      <dgm:t>
        <a:bodyPr/>
        <a:lstStyle/>
        <a:p>
          <a:endParaRPr lang="en-US"/>
        </a:p>
      </dgm:t>
    </dgm:pt>
    <dgm:pt modelId="{9C0C417F-05F2-47A3-9A60-E2DB5B655BBE}" type="sibTrans" cxnId="{D8432A28-7D29-48B5-BE76-5DB47DD8DD87}">
      <dgm:prSet/>
      <dgm:spPr/>
      <dgm:t>
        <a:bodyPr/>
        <a:lstStyle/>
        <a:p>
          <a:endParaRPr lang="en-US"/>
        </a:p>
      </dgm:t>
    </dgm:pt>
    <dgm:pt modelId="{B0BAF9CA-981F-4D95-9C85-F43F24B9240E}">
      <dgm:prSet/>
      <dgm:spPr/>
      <dgm:t>
        <a:bodyPr/>
        <a:lstStyle/>
        <a:p>
          <a:pPr>
            <a:buFont typeface="Arial" panose="020B0604020202020204" pitchFamily="34" charset="0"/>
            <a:buChar char="•"/>
          </a:pPr>
          <a:r>
            <a:rPr lang="en-US"/>
            <a:t>Polyglot persistence uses different database technologies based on application needs.</a:t>
          </a:r>
        </a:p>
      </dgm:t>
    </dgm:pt>
    <dgm:pt modelId="{FFD04D70-DC12-4431-9A1A-F36B37FFCCE8}" type="parTrans" cxnId="{10FEAC3B-F075-4EE3-879B-0A976E384E1B}">
      <dgm:prSet/>
      <dgm:spPr/>
      <dgm:t>
        <a:bodyPr/>
        <a:lstStyle/>
        <a:p>
          <a:endParaRPr lang="en-US"/>
        </a:p>
      </dgm:t>
    </dgm:pt>
    <dgm:pt modelId="{721F447B-7498-41B1-BAA1-9984ECC719D6}" type="sibTrans" cxnId="{10FEAC3B-F075-4EE3-879B-0A976E384E1B}">
      <dgm:prSet/>
      <dgm:spPr/>
      <dgm:t>
        <a:bodyPr/>
        <a:lstStyle/>
        <a:p>
          <a:endParaRPr lang="en-US"/>
        </a:p>
      </dgm:t>
    </dgm:pt>
    <dgm:pt modelId="{38BF639D-08FE-4DC9-9751-B5613DB86C68}">
      <dgm:prSet/>
      <dgm:spPr/>
      <dgm:t>
        <a:bodyPr/>
        <a:lstStyle/>
        <a:p>
          <a:pPr>
            <a:buFont typeface="Arial" panose="020B0604020202020204" pitchFamily="34" charset="0"/>
            <a:buChar char="•"/>
          </a:pPr>
          <a:r>
            <a:rPr lang="en-US"/>
            <a:t>Both approaches support reliable and maintainable software systems.</a:t>
          </a:r>
        </a:p>
      </dgm:t>
    </dgm:pt>
    <dgm:pt modelId="{22853DAE-3CCA-4773-86C3-C961EC751F61}" type="parTrans" cxnId="{A6A6034C-9497-43B4-A237-4B41C1327464}">
      <dgm:prSet/>
      <dgm:spPr/>
      <dgm:t>
        <a:bodyPr/>
        <a:lstStyle/>
        <a:p>
          <a:endParaRPr lang="en-US"/>
        </a:p>
      </dgm:t>
    </dgm:pt>
    <dgm:pt modelId="{EE100DAB-D66B-482A-A411-0F0579D28D62}" type="sibTrans" cxnId="{A6A6034C-9497-43B4-A237-4B41C1327464}">
      <dgm:prSet/>
      <dgm:spPr/>
      <dgm:t>
        <a:bodyPr/>
        <a:lstStyle/>
        <a:p>
          <a:endParaRPr lang="en-US"/>
        </a:p>
      </dgm:t>
    </dgm:pt>
    <dgm:pt modelId="{F1385781-7169-441D-BBA3-D49A6E5D68B3}">
      <dgm:prSet/>
      <dgm:spPr/>
      <dgm:t>
        <a:bodyPr/>
        <a:lstStyle/>
        <a:p>
          <a:pPr>
            <a:buFont typeface="Arial" panose="020B0604020202020204" pitchFamily="34" charset="0"/>
            <a:buChar char="•"/>
          </a:pPr>
          <a:r>
            <a:rPr lang="en-US"/>
            <a:t>Developers must consider performance, complexity, and data consistency.</a:t>
          </a:r>
        </a:p>
      </dgm:t>
    </dgm:pt>
    <dgm:pt modelId="{728D510B-116E-484F-89B0-A5E1842E17D7}" type="parTrans" cxnId="{B58EF070-53C4-4212-AD59-3A6064D43BB9}">
      <dgm:prSet/>
      <dgm:spPr/>
      <dgm:t>
        <a:bodyPr/>
        <a:lstStyle/>
        <a:p>
          <a:endParaRPr lang="en-US"/>
        </a:p>
      </dgm:t>
    </dgm:pt>
    <dgm:pt modelId="{2D7B8621-AFDF-49E2-9F05-1270E332B555}" type="sibTrans" cxnId="{B58EF070-53C4-4212-AD59-3A6064D43BB9}">
      <dgm:prSet/>
      <dgm:spPr/>
      <dgm:t>
        <a:bodyPr/>
        <a:lstStyle/>
        <a:p>
          <a:endParaRPr lang="en-US"/>
        </a:p>
      </dgm:t>
    </dgm:pt>
    <dgm:pt modelId="{1C9EAFE4-937E-4D4C-8515-679D60B9696C}">
      <dgm:prSet/>
      <dgm:spPr/>
      <dgm:t>
        <a:bodyPr/>
        <a:lstStyle/>
        <a:p>
          <a:pPr>
            <a:buFont typeface="Arial" panose="020B0604020202020204" pitchFamily="34" charset="0"/>
            <a:buChar char="•"/>
          </a:pPr>
          <a:r>
            <a:rPr lang="en-US"/>
            <a:t>Choosing the right database strategy depends on application requirements.</a:t>
          </a:r>
        </a:p>
      </dgm:t>
    </dgm:pt>
    <dgm:pt modelId="{265AC09B-FDC6-4C75-9EAC-55545D0FD6EE}" type="parTrans" cxnId="{E617DE23-4279-40B0-9564-82AE6650FA2E}">
      <dgm:prSet/>
      <dgm:spPr/>
      <dgm:t>
        <a:bodyPr/>
        <a:lstStyle/>
        <a:p>
          <a:endParaRPr lang="en-US"/>
        </a:p>
      </dgm:t>
    </dgm:pt>
    <dgm:pt modelId="{4A9F357E-BF57-4A4F-B337-2BA2DD72CD40}" type="sibTrans" cxnId="{E617DE23-4279-40B0-9564-82AE6650FA2E}">
      <dgm:prSet/>
      <dgm:spPr/>
      <dgm:t>
        <a:bodyPr/>
        <a:lstStyle/>
        <a:p>
          <a:endParaRPr lang="en-US"/>
        </a:p>
      </dgm:t>
    </dgm:pt>
    <dgm:pt modelId="{CD102749-74D0-4F9C-B0FA-B91E599A7918}" type="pres">
      <dgm:prSet presAssocID="{B5A9FCA2-A5EA-4893-9B3F-6D74445F7761}" presName="linear" presStyleCnt="0">
        <dgm:presLayoutVars>
          <dgm:animLvl val="lvl"/>
          <dgm:resizeHandles val="exact"/>
        </dgm:presLayoutVars>
      </dgm:prSet>
      <dgm:spPr/>
    </dgm:pt>
    <dgm:pt modelId="{46015629-F3A5-4F92-9C6A-FC0658311A24}" type="pres">
      <dgm:prSet presAssocID="{1F783994-A609-4CE0-9849-A9A2A8B0244B}" presName="parentText" presStyleLbl="node1" presStyleIdx="0" presStyleCnt="5">
        <dgm:presLayoutVars>
          <dgm:chMax val="0"/>
          <dgm:bulletEnabled val="1"/>
        </dgm:presLayoutVars>
      </dgm:prSet>
      <dgm:spPr/>
    </dgm:pt>
    <dgm:pt modelId="{AF1E902D-8A2C-43DF-B7E0-236E4D9D18AF}" type="pres">
      <dgm:prSet presAssocID="{9C0C417F-05F2-47A3-9A60-E2DB5B655BBE}" presName="spacer" presStyleCnt="0"/>
      <dgm:spPr/>
    </dgm:pt>
    <dgm:pt modelId="{279C85E5-B9B5-4EEF-B9E6-AA1D14C99BF7}" type="pres">
      <dgm:prSet presAssocID="{B0BAF9CA-981F-4D95-9C85-F43F24B9240E}" presName="parentText" presStyleLbl="node1" presStyleIdx="1" presStyleCnt="5">
        <dgm:presLayoutVars>
          <dgm:chMax val="0"/>
          <dgm:bulletEnabled val="1"/>
        </dgm:presLayoutVars>
      </dgm:prSet>
      <dgm:spPr/>
    </dgm:pt>
    <dgm:pt modelId="{313FF783-AE14-4A29-AFB1-51304525CDE1}" type="pres">
      <dgm:prSet presAssocID="{721F447B-7498-41B1-BAA1-9984ECC719D6}" presName="spacer" presStyleCnt="0"/>
      <dgm:spPr/>
    </dgm:pt>
    <dgm:pt modelId="{6F8687E4-27AB-4271-B01C-CA352FB7DF0B}" type="pres">
      <dgm:prSet presAssocID="{38BF639D-08FE-4DC9-9751-B5613DB86C68}" presName="parentText" presStyleLbl="node1" presStyleIdx="2" presStyleCnt="5">
        <dgm:presLayoutVars>
          <dgm:chMax val="0"/>
          <dgm:bulletEnabled val="1"/>
        </dgm:presLayoutVars>
      </dgm:prSet>
      <dgm:spPr/>
    </dgm:pt>
    <dgm:pt modelId="{EB561D7D-184E-42C1-A705-DC9FAE200EBF}" type="pres">
      <dgm:prSet presAssocID="{EE100DAB-D66B-482A-A411-0F0579D28D62}" presName="spacer" presStyleCnt="0"/>
      <dgm:spPr/>
    </dgm:pt>
    <dgm:pt modelId="{2FE3196D-4E42-49E7-BCCB-068CF37A6F4C}" type="pres">
      <dgm:prSet presAssocID="{F1385781-7169-441D-BBA3-D49A6E5D68B3}" presName="parentText" presStyleLbl="node1" presStyleIdx="3" presStyleCnt="5">
        <dgm:presLayoutVars>
          <dgm:chMax val="0"/>
          <dgm:bulletEnabled val="1"/>
        </dgm:presLayoutVars>
      </dgm:prSet>
      <dgm:spPr/>
    </dgm:pt>
    <dgm:pt modelId="{67C703D5-CF72-4205-B04F-4B999A2E4772}" type="pres">
      <dgm:prSet presAssocID="{2D7B8621-AFDF-49E2-9F05-1270E332B555}" presName="spacer" presStyleCnt="0"/>
      <dgm:spPr/>
    </dgm:pt>
    <dgm:pt modelId="{4F9EACB3-F16F-478E-BC9E-933CCB1E131E}" type="pres">
      <dgm:prSet presAssocID="{1C9EAFE4-937E-4D4C-8515-679D60B9696C}" presName="parentText" presStyleLbl="node1" presStyleIdx="4" presStyleCnt="5">
        <dgm:presLayoutVars>
          <dgm:chMax val="0"/>
          <dgm:bulletEnabled val="1"/>
        </dgm:presLayoutVars>
      </dgm:prSet>
      <dgm:spPr/>
    </dgm:pt>
  </dgm:ptLst>
  <dgm:cxnLst>
    <dgm:cxn modelId="{0CDB9A22-4B25-4AD1-8084-F5CA8E8C4E90}" type="presOf" srcId="{B0BAF9CA-981F-4D95-9C85-F43F24B9240E}" destId="{279C85E5-B9B5-4EEF-B9E6-AA1D14C99BF7}" srcOrd="0" destOrd="0" presId="urn:microsoft.com/office/officeart/2005/8/layout/vList2"/>
    <dgm:cxn modelId="{E617DE23-4279-40B0-9564-82AE6650FA2E}" srcId="{B5A9FCA2-A5EA-4893-9B3F-6D74445F7761}" destId="{1C9EAFE4-937E-4D4C-8515-679D60B9696C}" srcOrd="4" destOrd="0" parTransId="{265AC09B-FDC6-4C75-9EAC-55545D0FD6EE}" sibTransId="{4A9F357E-BF57-4A4F-B337-2BA2DD72CD40}"/>
    <dgm:cxn modelId="{D8432A28-7D29-48B5-BE76-5DB47DD8DD87}" srcId="{B5A9FCA2-A5EA-4893-9B3F-6D74445F7761}" destId="{1F783994-A609-4CE0-9849-A9A2A8B0244B}" srcOrd="0" destOrd="0" parTransId="{CB3961F5-445A-4879-A962-DD6F649F1276}" sibTransId="{9C0C417F-05F2-47A3-9A60-E2DB5B655BBE}"/>
    <dgm:cxn modelId="{7928072C-3501-446F-B938-6C960EA204E2}" type="presOf" srcId="{38BF639D-08FE-4DC9-9751-B5613DB86C68}" destId="{6F8687E4-27AB-4271-B01C-CA352FB7DF0B}" srcOrd="0" destOrd="0" presId="urn:microsoft.com/office/officeart/2005/8/layout/vList2"/>
    <dgm:cxn modelId="{10FEAC3B-F075-4EE3-879B-0A976E384E1B}" srcId="{B5A9FCA2-A5EA-4893-9B3F-6D74445F7761}" destId="{B0BAF9CA-981F-4D95-9C85-F43F24B9240E}" srcOrd="1" destOrd="0" parTransId="{FFD04D70-DC12-4431-9A1A-F36B37FFCCE8}" sibTransId="{721F447B-7498-41B1-BAA1-9984ECC719D6}"/>
    <dgm:cxn modelId="{A6A6034C-9497-43B4-A237-4B41C1327464}" srcId="{B5A9FCA2-A5EA-4893-9B3F-6D74445F7761}" destId="{38BF639D-08FE-4DC9-9751-B5613DB86C68}" srcOrd="2" destOrd="0" parTransId="{22853DAE-3CCA-4773-86C3-C961EC751F61}" sibTransId="{EE100DAB-D66B-482A-A411-0F0579D28D62}"/>
    <dgm:cxn modelId="{747CE04C-808C-4573-AADD-5B5B2D9703C8}" type="presOf" srcId="{F1385781-7169-441D-BBA3-D49A6E5D68B3}" destId="{2FE3196D-4E42-49E7-BCCB-068CF37A6F4C}" srcOrd="0" destOrd="0" presId="urn:microsoft.com/office/officeart/2005/8/layout/vList2"/>
    <dgm:cxn modelId="{20672650-48E8-457A-BFDF-BE8C90F2AD52}" type="presOf" srcId="{B5A9FCA2-A5EA-4893-9B3F-6D74445F7761}" destId="{CD102749-74D0-4F9C-B0FA-B91E599A7918}" srcOrd="0" destOrd="0" presId="urn:microsoft.com/office/officeart/2005/8/layout/vList2"/>
    <dgm:cxn modelId="{B58EF070-53C4-4212-AD59-3A6064D43BB9}" srcId="{B5A9FCA2-A5EA-4893-9B3F-6D74445F7761}" destId="{F1385781-7169-441D-BBA3-D49A6E5D68B3}" srcOrd="3" destOrd="0" parTransId="{728D510B-116E-484F-89B0-A5E1842E17D7}" sibTransId="{2D7B8621-AFDF-49E2-9F05-1270E332B555}"/>
    <dgm:cxn modelId="{0983A27C-18E5-418E-BBF2-4C7D6DEA88A3}" type="presOf" srcId="{1C9EAFE4-937E-4D4C-8515-679D60B9696C}" destId="{4F9EACB3-F16F-478E-BC9E-933CCB1E131E}" srcOrd="0" destOrd="0" presId="urn:microsoft.com/office/officeart/2005/8/layout/vList2"/>
    <dgm:cxn modelId="{3C50A77E-228D-45B4-8E22-9F2F31480096}" type="presOf" srcId="{1F783994-A609-4CE0-9849-A9A2A8B0244B}" destId="{46015629-F3A5-4F92-9C6A-FC0658311A24}" srcOrd="0" destOrd="0" presId="urn:microsoft.com/office/officeart/2005/8/layout/vList2"/>
    <dgm:cxn modelId="{389914E7-D20A-4E37-A11C-040ABB95587E}" type="presParOf" srcId="{CD102749-74D0-4F9C-B0FA-B91E599A7918}" destId="{46015629-F3A5-4F92-9C6A-FC0658311A24}" srcOrd="0" destOrd="0" presId="urn:microsoft.com/office/officeart/2005/8/layout/vList2"/>
    <dgm:cxn modelId="{593A4620-AF08-4DB6-8EA1-0311278AF5C9}" type="presParOf" srcId="{CD102749-74D0-4F9C-B0FA-B91E599A7918}" destId="{AF1E902D-8A2C-43DF-B7E0-236E4D9D18AF}" srcOrd="1" destOrd="0" presId="urn:microsoft.com/office/officeart/2005/8/layout/vList2"/>
    <dgm:cxn modelId="{2A6EDE54-BA2C-4E36-AF76-F18CB55B0904}" type="presParOf" srcId="{CD102749-74D0-4F9C-B0FA-B91E599A7918}" destId="{279C85E5-B9B5-4EEF-B9E6-AA1D14C99BF7}" srcOrd="2" destOrd="0" presId="urn:microsoft.com/office/officeart/2005/8/layout/vList2"/>
    <dgm:cxn modelId="{D664F342-BE31-426B-A0EE-24495081B544}" type="presParOf" srcId="{CD102749-74D0-4F9C-B0FA-B91E599A7918}" destId="{313FF783-AE14-4A29-AFB1-51304525CDE1}" srcOrd="3" destOrd="0" presId="urn:microsoft.com/office/officeart/2005/8/layout/vList2"/>
    <dgm:cxn modelId="{948AE2E3-727D-41C9-AFE5-1B52DA0C510C}" type="presParOf" srcId="{CD102749-74D0-4F9C-B0FA-B91E599A7918}" destId="{6F8687E4-27AB-4271-B01C-CA352FB7DF0B}" srcOrd="4" destOrd="0" presId="urn:microsoft.com/office/officeart/2005/8/layout/vList2"/>
    <dgm:cxn modelId="{322C3BCD-316E-4EC8-8F3C-59D2CEA5FFC8}" type="presParOf" srcId="{CD102749-74D0-4F9C-B0FA-B91E599A7918}" destId="{EB561D7D-184E-42C1-A705-DC9FAE200EBF}" srcOrd="5" destOrd="0" presId="urn:microsoft.com/office/officeart/2005/8/layout/vList2"/>
    <dgm:cxn modelId="{D59C0B29-511E-46C8-B2E1-507E7DFDF661}" type="presParOf" srcId="{CD102749-74D0-4F9C-B0FA-B91E599A7918}" destId="{2FE3196D-4E42-49E7-BCCB-068CF37A6F4C}" srcOrd="6" destOrd="0" presId="urn:microsoft.com/office/officeart/2005/8/layout/vList2"/>
    <dgm:cxn modelId="{2BF34A69-E889-4B46-A033-510D27DE1BA2}" type="presParOf" srcId="{CD102749-74D0-4F9C-B0FA-B91E599A7918}" destId="{67C703D5-CF72-4205-B04F-4B999A2E4772}" srcOrd="7" destOrd="0" presId="urn:microsoft.com/office/officeart/2005/8/layout/vList2"/>
    <dgm:cxn modelId="{A5DD97C6-899A-44BE-8FC5-033D8D44873F}" type="presParOf" srcId="{CD102749-74D0-4F9C-B0FA-B91E599A7918}" destId="{4F9EACB3-F16F-478E-BC9E-933CCB1E131E}"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916EB6-3A39-4049-9CC2-8258652792B9}">
      <dsp:nvSpPr>
        <dsp:cNvPr id="0" name=""/>
        <dsp:cNvSpPr/>
      </dsp:nvSpPr>
      <dsp:spPr>
        <a:xfrm>
          <a:off x="1674386" y="1195"/>
          <a:ext cx="1047565" cy="1047565"/>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Advantages </a:t>
          </a:r>
        </a:p>
      </dsp:txBody>
      <dsp:txXfrm>
        <a:off x="1827798" y="154607"/>
        <a:ext cx="740741" cy="740741"/>
      </dsp:txXfrm>
    </dsp:sp>
    <dsp:sp modelId="{6074FF85-5D72-4D71-A7DA-73FA3BDB896B}">
      <dsp:nvSpPr>
        <dsp:cNvPr id="0" name=""/>
        <dsp:cNvSpPr/>
      </dsp:nvSpPr>
      <dsp:spPr>
        <a:xfrm rot="1800000">
          <a:off x="2733217" y="737487"/>
          <a:ext cx="278429" cy="3535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2738812" y="787316"/>
        <a:ext cx="194900" cy="212131"/>
      </dsp:txXfrm>
    </dsp:sp>
    <dsp:sp modelId="{B19E7406-D536-43C1-8912-D522EEA43684}">
      <dsp:nvSpPr>
        <dsp:cNvPr id="0" name=""/>
        <dsp:cNvSpPr/>
      </dsp:nvSpPr>
      <dsp:spPr>
        <a:xfrm>
          <a:off x="3036560" y="787647"/>
          <a:ext cx="1047565" cy="1047565"/>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Font typeface="Arial" panose="020B0604020202020204" pitchFamily="34" charset="0"/>
            <a:buNone/>
          </a:pPr>
          <a:r>
            <a:rPr lang="en-US" sz="800" kern="1200"/>
            <a:t>Reduced Redundancy</a:t>
          </a:r>
          <a:endParaRPr lang="en-US" sz="800" kern="1200" dirty="0"/>
        </a:p>
      </dsp:txBody>
      <dsp:txXfrm>
        <a:off x="3189972" y="941059"/>
        <a:ext cx="740741" cy="740741"/>
      </dsp:txXfrm>
    </dsp:sp>
    <dsp:sp modelId="{78437408-FD49-46A1-AFB6-AB729AD3270F}">
      <dsp:nvSpPr>
        <dsp:cNvPr id="0" name=""/>
        <dsp:cNvSpPr/>
      </dsp:nvSpPr>
      <dsp:spPr>
        <a:xfrm rot="5400000">
          <a:off x="3421128" y="1913224"/>
          <a:ext cx="278429" cy="3535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3462893" y="1942171"/>
        <a:ext cx="194900" cy="212131"/>
      </dsp:txXfrm>
    </dsp:sp>
    <dsp:sp modelId="{9A2726EF-75C9-4813-958E-F3618550EC91}">
      <dsp:nvSpPr>
        <dsp:cNvPr id="0" name=""/>
        <dsp:cNvSpPr/>
      </dsp:nvSpPr>
      <dsp:spPr>
        <a:xfrm>
          <a:off x="3036560" y="2360550"/>
          <a:ext cx="1047565" cy="1047565"/>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Font typeface="Arial" panose="020B0604020202020204" pitchFamily="34" charset="0"/>
            <a:buNone/>
          </a:pPr>
          <a:r>
            <a:rPr lang="en-US" sz="800" kern="1200"/>
            <a:t>Improved Data Integrity</a:t>
          </a:r>
        </a:p>
      </dsp:txBody>
      <dsp:txXfrm>
        <a:off x="3189972" y="2513962"/>
        <a:ext cx="740741" cy="740741"/>
      </dsp:txXfrm>
    </dsp:sp>
    <dsp:sp modelId="{1F76CF58-ED6C-4043-8050-FEDA4C4BB92F}">
      <dsp:nvSpPr>
        <dsp:cNvPr id="0" name=""/>
        <dsp:cNvSpPr/>
      </dsp:nvSpPr>
      <dsp:spPr>
        <a:xfrm rot="9000000">
          <a:off x="2746866" y="3096842"/>
          <a:ext cx="278429" cy="3535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10800000">
        <a:off x="2824800" y="3146671"/>
        <a:ext cx="194900" cy="212131"/>
      </dsp:txXfrm>
    </dsp:sp>
    <dsp:sp modelId="{FF762740-13C1-4EE2-BD7C-0684415CA5DA}">
      <dsp:nvSpPr>
        <dsp:cNvPr id="0" name=""/>
        <dsp:cNvSpPr/>
      </dsp:nvSpPr>
      <dsp:spPr>
        <a:xfrm>
          <a:off x="1674386" y="3147001"/>
          <a:ext cx="1047565" cy="1047565"/>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Font typeface="Arial" panose="020B0604020202020204" pitchFamily="34" charset="0"/>
            <a:buNone/>
          </a:pPr>
          <a:r>
            <a:rPr lang="en-US" sz="800" kern="1200"/>
            <a:t>Fewer Data Anomalies</a:t>
          </a:r>
        </a:p>
      </dsp:txBody>
      <dsp:txXfrm>
        <a:off x="1827798" y="3300413"/>
        <a:ext cx="740741" cy="740741"/>
      </dsp:txXfrm>
    </dsp:sp>
    <dsp:sp modelId="{CA739CB9-6746-4AC0-8F46-D2CB41F4B8A4}">
      <dsp:nvSpPr>
        <dsp:cNvPr id="0" name=""/>
        <dsp:cNvSpPr/>
      </dsp:nvSpPr>
      <dsp:spPr>
        <a:xfrm rot="12600000">
          <a:off x="1384692" y="3104722"/>
          <a:ext cx="278429" cy="3535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10800000">
        <a:off x="1462626" y="3196315"/>
        <a:ext cx="194900" cy="212131"/>
      </dsp:txXfrm>
    </dsp:sp>
    <dsp:sp modelId="{D4D22B7C-8907-41EE-AD1B-53DF8D2ACA40}">
      <dsp:nvSpPr>
        <dsp:cNvPr id="0" name=""/>
        <dsp:cNvSpPr/>
      </dsp:nvSpPr>
      <dsp:spPr>
        <a:xfrm>
          <a:off x="312213" y="2360550"/>
          <a:ext cx="1047565" cy="1047565"/>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Font typeface="Arial" panose="020B0604020202020204" pitchFamily="34" charset="0"/>
            <a:buNone/>
          </a:pPr>
          <a:r>
            <a:rPr lang="en-US" sz="800" kern="1200"/>
            <a:t>Easier Maintenance</a:t>
          </a:r>
        </a:p>
      </dsp:txBody>
      <dsp:txXfrm>
        <a:off x="465625" y="2513962"/>
        <a:ext cx="740741" cy="740741"/>
      </dsp:txXfrm>
    </dsp:sp>
    <dsp:sp modelId="{D2093796-8BA7-4E3A-B92A-06348B43C391}">
      <dsp:nvSpPr>
        <dsp:cNvPr id="0" name=""/>
        <dsp:cNvSpPr/>
      </dsp:nvSpPr>
      <dsp:spPr>
        <a:xfrm rot="16200000">
          <a:off x="696781" y="1928984"/>
          <a:ext cx="278429" cy="3535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738546" y="2041460"/>
        <a:ext cx="194900" cy="212131"/>
      </dsp:txXfrm>
    </dsp:sp>
    <dsp:sp modelId="{3A0B641E-DACE-4514-B35E-64771DCA5748}">
      <dsp:nvSpPr>
        <dsp:cNvPr id="0" name=""/>
        <dsp:cNvSpPr/>
      </dsp:nvSpPr>
      <dsp:spPr>
        <a:xfrm>
          <a:off x="312213" y="787647"/>
          <a:ext cx="1047565" cy="1047565"/>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Font typeface="Arial" panose="020B0604020202020204" pitchFamily="34" charset="0"/>
            <a:buNone/>
          </a:pPr>
          <a:r>
            <a:rPr lang="en-US" sz="800" kern="1200"/>
            <a:t>Better Data Organization</a:t>
          </a:r>
        </a:p>
      </dsp:txBody>
      <dsp:txXfrm>
        <a:off x="465625" y="941059"/>
        <a:ext cx="740741" cy="740741"/>
      </dsp:txXfrm>
    </dsp:sp>
    <dsp:sp modelId="{ADFA5DB6-787E-4FB0-A658-8D8CB36799DC}">
      <dsp:nvSpPr>
        <dsp:cNvPr id="0" name=""/>
        <dsp:cNvSpPr/>
      </dsp:nvSpPr>
      <dsp:spPr>
        <a:xfrm rot="19800000">
          <a:off x="1371043" y="745367"/>
          <a:ext cx="278429" cy="3535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1376638" y="836960"/>
        <a:ext cx="194900" cy="2121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BCC5C2-EF5A-45FB-BF31-2F4D490BE8CE}">
      <dsp:nvSpPr>
        <dsp:cNvPr id="0" name=""/>
        <dsp:cNvSpPr/>
      </dsp:nvSpPr>
      <dsp:spPr>
        <a:xfrm>
          <a:off x="2693137" y="140930"/>
          <a:ext cx="804993" cy="804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t>Advantages</a:t>
          </a:r>
        </a:p>
      </dsp:txBody>
      <dsp:txXfrm>
        <a:off x="2693137" y="140930"/>
        <a:ext cx="804993" cy="804993"/>
      </dsp:txXfrm>
    </dsp:sp>
    <dsp:sp modelId="{3134F637-07B6-49AE-A00A-FD06688A6EE2}">
      <dsp:nvSpPr>
        <dsp:cNvPr id="0" name=""/>
        <dsp:cNvSpPr/>
      </dsp:nvSpPr>
      <dsp:spPr>
        <a:xfrm>
          <a:off x="233185" y="132897"/>
          <a:ext cx="3929967" cy="3929967"/>
        </a:xfrm>
        <a:prstGeom prst="circularArrow">
          <a:avLst>
            <a:gd name="adj1" fmla="val 3994"/>
            <a:gd name="adj2" fmla="val 250593"/>
            <a:gd name="adj3" fmla="val 20571912"/>
            <a:gd name="adj4" fmla="val 18984345"/>
            <a:gd name="adj5" fmla="val 466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082781-CE70-4011-AF09-48C4DB36B743}">
      <dsp:nvSpPr>
        <dsp:cNvPr id="0" name=""/>
        <dsp:cNvSpPr/>
      </dsp:nvSpPr>
      <dsp:spPr>
        <a:xfrm>
          <a:off x="3590601" y="1695384"/>
          <a:ext cx="804993" cy="804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US" sz="900" kern="1200"/>
            <a:t>Better Performance</a:t>
          </a:r>
        </a:p>
      </dsp:txBody>
      <dsp:txXfrm>
        <a:off x="3590601" y="1695384"/>
        <a:ext cx="804993" cy="804993"/>
      </dsp:txXfrm>
    </dsp:sp>
    <dsp:sp modelId="{703C99A0-D6F5-49A9-8160-671BD4EC9F0A}">
      <dsp:nvSpPr>
        <dsp:cNvPr id="0" name=""/>
        <dsp:cNvSpPr/>
      </dsp:nvSpPr>
      <dsp:spPr>
        <a:xfrm>
          <a:off x="233185" y="132897"/>
          <a:ext cx="3929967" cy="3929967"/>
        </a:xfrm>
        <a:prstGeom prst="circularArrow">
          <a:avLst>
            <a:gd name="adj1" fmla="val 3994"/>
            <a:gd name="adj2" fmla="val 250593"/>
            <a:gd name="adj3" fmla="val 2365062"/>
            <a:gd name="adj4" fmla="val 777495"/>
            <a:gd name="adj5" fmla="val 466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5D938F-93C7-4EC3-9491-97EB702C8FF8}">
      <dsp:nvSpPr>
        <dsp:cNvPr id="0" name=""/>
        <dsp:cNvSpPr/>
      </dsp:nvSpPr>
      <dsp:spPr>
        <a:xfrm>
          <a:off x="2693137" y="3249838"/>
          <a:ext cx="804993" cy="804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US" sz="900" kern="1200"/>
            <a:t>Flexible Data Storage</a:t>
          </a:r>
        </a:p>
      </dsp:txBody>
      <dsp:txXfrm>
        <a:off x="2693137" y="3249838"/>
        <a:ext cx="804993" cy="804993"/>
      </dsp:txXfrm>
    </dsp:sp>
    <dsp:sp modelId="{147FD920-9E5F-45CF-B239-2780E68A28F0}">
      <dsp:nvSpPr>
        <dsp:cNvPr id="0" name=""/>
        <dsp:cNvSpPr/>
      </dsp:nvSpPr>
      <dsp:spPr>
        <a:xfrm>
          <a:off x="233185" y="132897"/>
          <a:ext cx="3929967" cy="3929967"/>
        </a:xfrm>
        <a:prstGeom prst="circularArrow">
          <a:avLst>
            <a:gd name="adj1" fmla="val 3994"/>
            <a:gd name="adj2" fmla="val 250593"/>
            <a:gd name="adj3" fmla="val 6109842"/>
            <a:gd name="adj4" fmla="val 4439565"/>
            <a:gd name="adj5" fmla="val 466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CF29E3-1EA4-4906-9D90-E8C53176A074}">
      <dsp:nvSpPr>
        <dsp:cNvPr id="0" name=""/>
        <dsp:cNvSpPr/>
      </dsp:nvSpPr>
      <dsp:spPr>
        <a:xfrm>
          <a:off x="898208" y="3249838"/>
          <a:ext cx="804993" cy="804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US" sz="900" kern="1200"/>
            <a:t>Independent Scaling</a:t>
          </a:r>
        </a:p>
      </dsp:txBody>
      <dsp:txXfrm>
        <a:off x="898208" y="3249838"/>
        <a:ext cx="804993" cy="804993"/>
      </dsp:txXfrm>
    </dsp:sp>
    <dsp:sp modelId="{42AFAF2D-E34D-478F-A6D0-B7687CC4E6A1}">
      <dsp:nvSpPr>
        <dsp:cNvPr id="0" name=""/>
        <dsp:cNvSpPr/>
      </dsp:nvSpPr>
      <dsp:spPr>
        <a:xfrm>
          <a:off x="233185" y="132897"/>
          <a:ext cx="3929967" cy="3929967"/>
        </a:xfrm>
        <a:prstGeom prst="circularArrow">
          <a:avLst>
            <a:gd name="adj1" fmla="val 3994"/>
            <a:gd name="adj2" fmla="val 250593"/>
            <a:gd name="adj3" fmla="val 9771912"/>
            <a:gd name="adj4" fmla="val 8184345"/>
            <a:gd name="adj5" fmla="val 466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A89552-69C1-4690-9482-57E95C4A78D0}">
      <dsp:nvSpPr>
        <dsp:cNvPr id="0" name=""/>
        <dsp:cNvSpPr/>
      </dsp:nvSpPr>
      <dsp:spPr>
        <a:xfrm>
          <a:off x="743" y="1695384"/>
          <a:ext cx="804993" cy="804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US" sz="900" kern="1200"/>
            <a:t>Specialized Databases</a:t>
          </a:r>
        </a:p>
      </dsp:txBody>
      <dsp:txXfrm>
        <a:off x="743" y="1695384"/>
        <a:ext cx="804993" cy="804993"/>
      </dsp:txXfrm>
    </dsp:sp>
    <dsp:sp modelId="{800F2078-169E-4D13-BBEF-D063D9B828D0}">
      <dsp:nvSpPr>
        <dsp:cNvPr id="0" name=""/>
        <dsp:cNvSpPr/>
      </dsp:nvSpPr>
      <dsp:spPr>
        <a:xfrm>
          <a:off x="233185" y="132897"/>
          <a:ext cx="3929967" cy="3929967"/>
        </a:xfrm>
        <a:prstGeom prst="circularArrow">
          <a:avLst>
            <a:gd name="adj1" fmla="val 3994"/>
            <a:gd name="adj2" fmla="val 250593"/>
            <a:gd name="adj3" fmla="val 13165062"/>
            <a:gd name="adj4" fmla="val 11577495"/>
            <a:gd name="adj5" fmla="val 466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2A9FB6-B8BF-48D9-9584-CE8927DBFB46}">
      <dsp:nvSpPr>
        <dsp:cNvPr id="0" name=""/>
        <dsp:cNvSpPr/>
      </dsp:nvSpPr>
      <dsp:spPr>
        <a:xfrm>
          <a:off x="898208" y="140930"/>
          <a:ext cx="804993" cy="804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US" sz="900" kern="1200"/>
            <a:t>Improved Flexibility</a:t>
          </a:r>
        </a:p>
      </dsp:txBody>
      <dsp:txXfrm>
        <a:off x="898208" y="140930"/>
        <a:ext cx="804993" cy="804993"/>
      </dsp:txXfrm>
    </dsp:sp>
    <dsp:sp modelId="{87AFD370-BDB0-42E7-B110-8DFE3D92576A}">
      <dsp:nvSpPr>
        <dsp:cNvPr id="0" name=""/>
        <dsp:cNvSpPr/>
      </dsp:nvSpPr>
      <dsp:spPr>
        <a:xfrm>
          <a:off x="233185" y="132897"/>
          <a:ext cx="3929967" cy="3929967"/>
        </a:xfrm>
        <a:prstGeom prst="circularArrow">
          <a:avLst>
            <a:gd name="adj1" fmla="val 3994"/>
            <a:gd name="adj2" fmla="val 250593"/>
            <a:gd name="adj3" fmla="val 16909842"/>
            <a:gd name="adj4" fmla="val 15239565"/>
            <a:gd name="adj5" fmla="val 466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E52568-5C29-49EB-A98B-7334B372F46E}">
      <dsp:nvSpPr>
        <dsp:cNvPr id="0" name=""/>
        <dsp:cNvSpPr/>
      </dsp:nvSpPr>
      <dsp:spPr>
        <a:xfrm>
          <a:off x="0" y="1309"/>
          <a:ext cx="9404352" cy="55780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F47872-9EB5-475B-BE61-7AB7F63C0408}">
      <dsp:nvSpPr>
        <dsp:cNvPr id="0" name=""/>
        <dsp:cNvSpPr/>
      </dsp:nvSpPr>
      <dsp:spPr>
        <a:xfrm>
          <a:off x="168736" y="126815"/>
          <a:ext cx="306792" cy="30679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2ED4894-18ED-45DE-AB4E-CF59A0767D9C}">
      <dsp:nvSpPr>
        <dsp:cNvPr id="0" name=""/>
        <dsp:cNvSpPr/>
      </dsp:nvSpPr>
      <dsp:spPr>
        <a:xfrm>
          <a:off x="644265" y="1309"/>
          <a:ext cx="8760086" cy="55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034" tIns="59034" rIns="59034" bIns="59034" numCol="1" spcCol="1270" anchor="ctr" anchorCtr="0">
          <a:noAutofit/>
        </a:bodyPr>
        <a:lstStyle/>
        <a:p>
          <a:pPr marL="0" lvl="0" indent="0" algn="l" defTabSz="666750">
            <a:lnSpc>
              <a:spcPct val="90000"/>
            </a:lnSpc>
            <a:spcBef>
              <a:spcPct val="0"/>
            </a:spcBef>
            <a:spcAft>
              <a:spcPct val="35000"/>
            </a:spcAft>
            <a:buNone/>
          </a:pPr>
          <a:r>
            <a:rPr lang="en-US" sz="1500" kern="1200"/>
            <a:t>Database design influences application performance, reliability, scalability, and long-term maintenance.</a:t>
          </a:r>
        </a:p>
      </dsp:txBody>
      <dsp:txXfrm>
        <a:off x="644265" y="1309"/>
        <a:ext cx="8760086" cy="557805"/>
      </dsp:txXfrm>
    </dsp:sp>
    <dsp:sp modelId="{970B6A9C-3049-4315-9E03-A12B5D299485}">
      <dsp:nvSpPr>
        <dsp:cNvPr id="0" name=""/>
        <dsp:cNvSpPr/>
      </dsp:nvSpPr>
      <dsp:spPr>
        <a:xfrm>
          <a:off x="0" y="698565"/>
          <a:ext cx="9404352" cy="55780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618D7E-2C41-4B10-80B7-0DFFFF5EAB42}">
      <dsp:nvSpPr>
        <dsp:cNvPr id="0" name=""/>
        <dsp:cNvSpPr/>
      </dsp:nvSpPr>
      <dsp:spPr>
        <a:xfrm>
          <a:off x="168736" y="824071"/>
          <a:ext cx="306792" cy="30679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42ED99B-69B3-48CA-8A3C-8AB1CCAC1C1A}">
      <dsp:nvSpPr>
        <dsp:cNvPr id="0" name=""/>
        <dsp:cNvSpPr/>
      </dsp:nvSpPr>
      <dsp:spPr>
        <a:xfrm>
          <a:off x="644265" y="698565"/>
          <a:ext cx="8760086" cy="55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034" tIns="59034" rIns="59034" bIns="59034" numCol="1" spcCol="1270" anchor="ctr" anchorCtr="0">
          <a:noAutofit/>
        </a:bodyPr>
        <a:lstStyle/>
        <a:p>
          <a:pPr marL="0" lvl="0" indent="0" algn="l" defTabSz="666750">
            <a:lnSpc>
              <a:spcPct val="90000"/>
            </a:lnSpc>
            <a:spcBef>
              <a:spcPct val="0"/>
            </a:spcBef>
            <a:spcAft>
              <a:spcPct val="35000"/>
            </a:spcAft>
            <a:buNone/>
          </a:pPr>
          <a:r>
            <a:rPr lang="en-US" sz="1500" kern="1200"/>
            <a:t>Decomposition helps developers build consistent relational data models and prevent data anomalies.</a:t>
          </a:r>
        </a:p>
      </dsp:txBody>
      <dsp:txXfrm>
        <a:off x="644265" y="698565"/>
        <a:ext cx="8760086" cy="557805"/>
      </dsp:txXfrm>
    </dsp:sp>
    <dsp:sp modelId="{6857A1F9-DB43-4A41-B746-4A525C66825B}">
      <dsp:nvSpPr>
        <dsp:cNvPr id="0" name=""/>
        <dsp:cNvSpPr/>
      </dsp:nvSpPr>
      <dsp:spPr>
        <a:xfrm>
          <a:off x="0" y="1395822"/>
          <a:ext cx="9404352" cy="55780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DE4E81-AD29-4341-8DBE-E3F619EC67B9}">
      <dsp:nvSpPr>
        <dsp:cNvPr id="0" name=""/>
        <dsp:cNvSpPr/>
      </dsp:nvSpPr>
      <dsp:spPr>
        <a:xfrm>
          <a:off x="168736" y="1521328"/>
          <a:ext cx="306792" cy="30679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98B2766-07C2-4668-8F3E-F633091F285E}">
      <dsp:nvSpPr>
        <dsp:cNvPr id="0" name=""/>
        <dsp:cNvSpPr/>
      </dsp:nvSpPr>
      <dsp:spPr>
        <a:xfrm>
          <a:off x="644265" y="1395822"/>
          <a:ext cx="8760086" cy="55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034" tIns="59034" rIns="59034" bIns="59034" numCol="1" spcCol="1270" anchor="ctr" anchorCtr="0">
          <a:noAutofit/>
        </a:bodyPr>
        <a:lstStyle/>
        <a:p>
          <a:pPr marL="0" lvl="0" indent="0" algn="l" defTabSz="666750">
            <a:lnSpc>
              <a:spcPct val="90000"/>
            </a:lnSpc>
            <a:spcBef>
              <a:spcPct val="0"/>
            </a:spcBef>
            <a:spcAft>
              <a:spcPct val="35000"/>
            </a:spcAft>
            <a:buNone/>
          </a:pPr>
          <a:r>
            <a:rPr lang="en-US" sz="1500" kern="1200"/>
            <a:t>Polyglot persistence allows software architectures to support different data requirements efficiently.</a:t>
          </a:r>
        </a:p>
      </dsp:txBody>
      <dsp:txXfrm>
        <a:off x="644265" y="1395822"/>
        <a:ext cx="8760086" cy="557805"/>
      </dsp:txXfrm>
    </dsp:sp>
    <dsp:sp modelId="{6C507980-8430-40AE-824E-A29B1709884D}">
      <dsp:nvSpPr>
        <dsp:cNvPr id="0" name=""/>
        <dsp:cNvSpPr/>
      </dsp:nvSpPr>
      <dsp:spPr>
        <a:xfrm>
          <a:off x="0" y="2093078"/>
          <a:ext cx="9404352" cy="55780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26ACE8-52FF-4929-A0EF-E9185C6C9D96}">
      <dsp:nvSpPr>
        <dsp:cNvPr id="0" name=""/>
        <dsp:cNvSpPr/>
      </dsp:nvSpPr>
      <dsp:spPr>
        <a:xfrm>
          <a:off x="168736" y="2218584"/>
          <a:ext cx="306792" cy="30679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AB9F062-4CBF-4978-B47A-3B4C859E8738}">
      <dsp:nvSpPr>
        <dsp:cNvPr id="0" name=""/>
        <dsp:cNvSpPr/>
      </dsp:nvSpPr>
      <dsp:spPr>
        <a:xfrm>
          <a:off x="644265" y="2093078"/>
          <a:ext cx="8760086" cy="55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034" tIns="59034" rIns="59034" bIns="59034" numCol="1" spcCol="1270" anchor="ctr" anchorCtr="0">
          <a:noAutofit/>
        </a:bodyPr>
        <a:lstStyle/>
        <a:p>
          <a:pPr marL="0" lvl="0" indent="0" algn="l" defTabSz="666750">
            <a:lnSpc>
              <a:spcPct val="90000"/>
            </a:lnSpc>
            <a:spcBef>
              <a:spcPct val="0"/>
            </a:spcBef>
            <a:spcAft>
              <a:spcPct val="35000"/>
            </a:spcAft>
            <a:buNone/>
          </a:pPr>
          <a:r>
            <a:rPr lang="en-US" sz="1500" kern="1200"/>
            <a:t>Both concepts are important in enterprise applications, cloud computing, and microservices architecture.</a:t>
          </a:r>
        </a:p>
      </dsp:txBody>
      <dsp:txXfrm>
        <a:off x="644265" y="2093078"/>
        <a:ext cx="8760086" cy="557805"/>
      </dsp:txXfrm>
    </dsp:sp>
    <dsp:sp modelId="{6EE8621B-588A-4D42-9EBF-4BB9F5320623}">
      <dsp:nvSpPr>
        <dsp:cNvPr id="0" name=""/>
        <dsp:cNvSpPr/>
      </dsp:nvSpPr>
      <dsp:spPr>
        <a:xfrm>
          <a:off x="0" y="2790335"/>
          <a:ext cx="9404352" cy="557805"/>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C96E44-63DB-4E9D-80DE-E1B7CA582357}">
      <dsp:nvSpPr>
        <dsp:cNvPr id="0" name=""/>
        <dsp:cNvSpPr/>
      </dsp:nvSpPr>
      <dsp:spPr>
        <a:xfrm>
          <a:off x="168736" y="2915841"/>
          <a:ext cx="306792" cy="30679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8299DB5-0B79-47F6-AA7D-0E4982683D67}">
      <dsp:nvSpPr>
        <dsp:cNvPr id="0" name=""/>
        <dsp:cNvSpPr/>
      </dsp:nvSpPr>
      <dsp:spPr>
        <a:xfrm>
          <a:off x="644265" y="2790335"/>
          <a:ext cx="8760086" cy="55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034" tIns="59034" rIns="59034" bIns="59034" numCol="1" spcCol="1270" anchor="ctr" anchorCtr="0">
          <a:noAutofit/>
        </a:bodyPr>
        <a:lstStyle/>
        <a:p>
          <a:pPr marL="0" lvl="0" indent="0" algn="l" defTabSz="666750">
            <a:lnSpc>
              <a:spcPct val="90000"/>
            </a:lnSpc>
            <a:spcBef>
              <a:spcPct val="0"/>
            </a:spcBef>
            <a:spcAft>
              <a:spcPct val="35000"/>
            </a:spcAft>
            <a:buNone/>
          </a:pPr>
          <a:r>
            <a:rPr lang="en-US" sz="1500" kern="1200"/>
            <a:t>Understanding these approaches helps developers make informed decisions about storing and managing application data.</a:t>
          </a:r>
        </a:p>
      </dsp:txBody>
      <dsp:txXfrm>
        <a:off x="644265" y="2790335"/>
        <a:ext cx="8760086" cy="557805"/>
      </dsp:txXfrm>
    </dsp:sp>
    <dsp:sp modelId="{12818F3A-2E8E-44FE-B34B-CDB8C7814EB9}">
      <dsp:nvSpPr>
        <dsp:cNvPr id="0" name=""/>
        <dsp:cNvSpPr/>
      </dsp:nvSpPr>
      <dsp:spPr>
        <a:xfrm>
          <a:off x="0" y="3487591"/>
          <a:ext cx="9404352" cy="55780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925A1A-C290-4628-981B-06362F797034}">
      <dsp:nvSpPr>
        <dsp:cNvPr id="0" name=""/>
        <dsp:cNvSpPr/>
      </dsp:nvSpPr>
      <dsp:spPr>
        <a:xfrm>
          <a:off x="168736" y="3613097"/>
          <a:ext cx="306792" cy="30679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294C2B5-DD4D-4C5B-B94C-514AAA0445BE}">
      <dsp:nvSpPr>
        <dsp:cNvPr id="0" name=""/>
        <dsp:cNvSpPr/>
      </dsp:nvSpPr>
      <dsp:spPr>
        <a:xfrm>
          <a:off x="644265" y="3487591"/>
          <a:ext cx="8760086" cy="55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034" tIns="59034" rIns="59034" bIns="59034" numCol="1" spcCol="1270" anchor="ctr" anchorCtr="0">
          <a:noAutofit/>
        </a:bodyPr>
        <a:lstStyle/>
        <a:p>
          <a:pPr marL="0" lvl="0" indent="0" algn="l" defTabSz="666750">
            <a:lnSpc>
              <a:spcPct val="90000"/>
            </a:lnSpc>
            <a:spcBef>
              <a:spcPct val="0"/>
            </a:spcBef>
            <a:spcAft>
              <a:spcPct val="35000"/>
            </a:spcAft>
            <a:buNone/>
          </a:pPr>
          <a:r>
            <a:rPr lang="en-US" sz="1500" kern="1200"/>
            <a:t>Example: A large online retailer may need strong transaction management, flexible catalog storage, and fast caching within one application.</a:t>
          </a:r>
        </a:p>
      </dsp:txBody>
      <dsp:txXfrm>
        <a:off x="644265" y="3487591"/>
        <a:ext cx="8760086" cy="5578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015629-F3A5-4F92-9C6A-FC0658311A24}">
      <dsp:nvSpPr>
        <dsp:cNvPr id="0" name=""/>
        <dsp:cNvSpPr/>
      </dsp:nvSpPr>
      <dsp:spPr>
        <a:xfrm>
          <a:off x="0" y="519731"/>
          <a:ext cx="4395787" cy="596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Font typeface="Arial" panose="020B0604020202020204" pitchFamily="34" charset="0"/>
            <a:buNone/>
          </a:pPr>
          <a:r>
            <a:rPr lang="en-US" sz="1500" kern="1200"/>
            <a:t>Database decomposition reduces redundancy and improves data integrity.</a:t>
          </a:r>
        </a:p>
      </dsp:txBody>
      <dsp:txXfrm>
        <a:off x="29128" y="548859"/>
        <a:ext cx="4337531" cy="538444"/>
      </dsp:txXfrm>
    </dsp:sp>
    <dsp:sp modelId="{279C85E5-B9B5-4EEF-B9E6-AA1D14C99BF7}">
      <dsp:nvSpPr>
        <dsp:cNvPr id="0" name=""/>
        <dsp:cNvSpPr/>
      </dsp:nvSpPr>
      <dsp:spPr>
        <a:xfrm>
          <a:off x="0" y="1159631"/>
          <a:ext cx="4395787" cy="596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Font typeface="Arial" panose="020B0604020202020204" pitchFamily="34" charset="0"/>
            <a:buNone/>
          </a:pPr>
          <a:r>
            <a:rPr lang="en-US" sz="1500" kern="1200"/>
            <a:t>Polyglot persistence uses different database technologies based on application needs.</a:t>
          </a:r>
        </a:p>
      </dsp:txBody>
      <dsp:txXfrm>
        <a:off x="29128" y="1188759"/>
        <a:ext cx="4337531" cy="538444"/>
      </dsp:txXfrm>
    </dsp:sp>
    <dsp:sp modelId="{6F8687E4-27AB-4271-B01C-CA352FB7DF0B}">
      <dsp:nvSpPr>
        <dsp:cNvPr id="0" name=""/>
        <dsp:cNvSpPr/>
      </dsp:nvSpPr>
      <dsp:spPr>
        <a:xfrm>
          <a:off x="0" y="1799531"/>
          <a:ext cx="4395787" cy="596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Font typeface="Arial" panose="020B0604020202020204" pitchFamily="34" charset="0"/>
            <a:buNone/>
          </a:pPr>
          <a:r>
            <a:rPr lang="en-US" sz="1500" kern="1200"/>
            <a:t>Both approaches support reliable and maintainable software systems.</a:t>
          </a:r>
        </a:p>
      </dsp:txBody>
      <dsp:txXfrm>
        <a:off x="29128" y="1828659"/>
        <a:ext cx="4337531" cy="538444"/>
      </dsp:txXfrm>
    </dsp:sp>
    <dsp:sp modelId="{2FE3196D-4E42-49E7-BCCB-068CF37A6F4C}">
      <dsp:nvSpPr>
        <dsp:cNvPr id="0" name=""/>
        <dsp:cNvSpPr/>
      </dsp:nvSpPr>
      <dsp:spPr>
        <a:xfrm>
          <a:off x="0" y="2439431"/>
          <a:ext cx="4395787" cy="596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Font typeface="Arial" panose="020B0604020202020204" pitchFamily="34" charset="0"/>
            <a:buNone/>
          </a:pPr>
          <a:r>
            <a:rPr lang="en-US" sz="1500" kern="1200"/>
            <a:t>Developers must consider performance, complexity, and data consistency.</a:t>
          </a:r>
        </a:p>
      </dsp:txBody>
      <dsp:txXfrm>
        <a:off x="29128" y="2468559"/>
        <a:ext cx="4337531" cy="538444"/>
      </dsp:txXfrm>
    </dsp:sp>
    <dsp:sp modelId="{4F9EACB3-F16F-478E-BC9E-933CCB1E131E}">
      <dsp:nvSpPr>
        <dsp:cNvPr id="0" name=""/>
        <dsp:cNvSpPr/>
      </dsp:nvSpPr>
      <dsp:spPr>
        <a:xfrm>
          <a:off x="0" y="3079331"/>
          <a:ext cx="4395787" cy="596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Font typeface="Arial" panose="020B0604020202020204" pitchFamily="34" charset="0"/>
            <a:buNone/>
          </a:pPr>
          <a:r>
            <a:rPr lang="en-US" sz="1500" kern="1200"/>
            <a:t>Choosing the right database strategy depends on application requirements.</a:t>
          </a:r>
        </a:p>
      </dsp:txBody>
      <dsp:txXfrm>
        <a:off x="29128" y="3108459"/>
        <a:ext cx="4337531" cy="538444"/>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6E740E-E815-4605-BB75-CAB53270E69A}" type="datetimeFigureOut">
              <a:rPr lang="en-US" smtClean="0"/>
              <a:t>10/22/2026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BA493A-BC6E-443C-9E9C-83F63C5A7F02}" type="slidenum">
              <a:rPr lang="en-US" smtClean="0"/>
              <a:t>‹#›</a:t>
            </a:fld>
            <a:endParaRPr lang="en-US"/>
          </a:p>
        </p:txBody>
      </p:sp>
    </p:spTree>
    <p:extLst>
      <p:ext uri="{BB962C8B-B14F-4D97-AF65-F5344CB8AC3E}">
        <p14:creationId xmlns:p14="http://schemas.microsoft.com/office/powerpoint/2010/main" val="2245193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Today, I'll be presenting on Database Decomposition and Polyglot Persistence.</a:t>
            </a:r>
          </a:p>
          <a:p>
            <a:r>
              <a:rPr lang="en-US" dirty="0"/>
              <a:t>These are two approaches used in database management and software development to help organize information and support different application needs.</a:t>
            </a:r>
          </a:p>
          <a:p>
            <a:r>
              <a:rPr lang="en-US" dirty="0"/>
              <a:t>I'll explain what each approach means, how they work, and why they're important when developing software. I'll also go over some examples to show how these concepts can be used in real applications.</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1</a:t>
            </a:fld>
            <a:endParaRPr lang="en-US"/>
          </a:p>
        </p:txBody>
      </p:sp>
    </p:spTree>
    <p:extLst>
      <p:ext uri="{BB962C8B-B14F-4D97-AF65-F5344CB8AC3E}">
        <p14:creationId xmlns:p14="http://schemas.microsoft.com/office/powerpoint/2010/main" val="481634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getting into the main topics, I want to explain why database design matters.</a:t>
            </a:r>
          </a:p>
          <a:p>
            <a:r>
              <a:rPr lang="en-US" dirty="0"/>
              <a:t>Most software applications depend on databases to store and retrieve information. For example, online stores need to manage customers, products, and orders.</a:t>
            </a:r>
          </a:p>
          <a:p>
            <a:r>
              <a:rPr lang="en-US" dirty="0"/>
              <a:t>If a database isn't designed properly, it can lead to duplicate records, inconsistent information, and difficulties maintaining the application.</a:t>
            </a:r>
          </a:p>
          <a:p>
            <a:r>
              <a:rPr lang="en-US" dirty="0"/>
              <a:t>As an application grows, these problems can become more noticeable.</a:t>
            </a:r>
          </a:p>
          <a:p>
            <a:r>
              <a:rPr lang="en-US" dirty="0"/>
              <a:t>Database decomposition and polyglot persistence are two ways developers can address different database design challenges.</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2</a:t>
            </a:fld>
            <a:endParaRPr lang="en-US"/>
          </a:p>
        </p:txBody>
      </p:sp>
    </p:spTree>
    <p:extLst>
      <p:ext uri="{BB962C8B-B14F-4D97-AF65-F5344CB8AC3E}">
        <p14:creationId xmlns:p14="http://schemas.microsoft.com/office/powerpoint/2010/main" val="1668620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decomposition means taking a large relational table and dividing it into smaller tables that are connected to each other.</a:t>
            </a:r>
          </a:p>
          <a:p>
            <a:r>
              <a:rPr lang="en-US" dirty="0"/>
              <a:t>The purpose is to organize information better and reduce unnecessary duplication.</a:t>
            </a:r>
          </a:p>
          <a:p>
            <a:r>
              <a:rPr lang="en-US" dirty="0"/>
              <a:t>For example, instead of keeping customer names, email addresses, and orders in one table, we can separate customer information into a Customers table and order information into an Orders table.</a:t>
            </a:r>
          </a:p>
          <a:p>
            <a:r>
              <a:rPr lang="en-US" dirty="0"/>
              <a:t>The tables can still communicate through primary keys and foreign keys.</a:t>
            </a:r>
          </a:p>
          <a:p>
            <a:r>
              <a:rPr lang="en-US" dirty="0"/>
              <a:t>One important goal is making sure we don't lose information when we separate the tables.</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3</a:t>
            </a:fld>
            <a:endParaRPr lang="en-US"/>
          </a:p>
        </p:txBody>
      </p:sp>
    </p:spTree>
    <p:extLst>
      <p:ext uri="{BB962C8B-B14F-4D97-AF65-F5344CB8AC3E}">
        <p14:creationId xmlns:p14="http://schemas.microsoft.com/office/powerpoint/2010/main" val="2997557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several reasons why database decomposition is useful.</a:t>
            </a:r>
          </a:p>
          <a:p>
            <a:r>
              <a:rPr lang="en-US" dirty="0"/>
              <a:t>One major reason is reducing redundancy, which means we don't need to store the same information repeatedly.</a:t>
            </a:r>
          </a:p>
          <a:p>
            <a:r>
              <a:rPr lang="en-US" dirty="0"/>
              <a:t>Another reason is improving data integrity. If a customer changes their email address, we should only need to update it in one location instead of changing multiple records.</a:t>
            </a:r>
          </a:p>
          <a:p>
            <a:r>
              <a:rPr lang="en-US" dirty="0"/>
              <a:t>Decomposition also helps prevent problems when inserting, updating, or deleting information.</a:t>
            </a:r>
          </a:p>
          <a:p>
            <a:r>
              <a:rPr lang="en-US" dirty="0"/>
              <a:t>Overall, it makes the database easier to organize and maintain.</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4</a:t>
            </a:fld>
            <a:endParaRPr lang="en-US"/>
          </a:p>
        </p:txBody>
      </p:sp>
    </p:spTree>
    <p:extLst>
      <p:ext uri="{BB962C8B-B14F-4D97-AF65-F5344CB8AC3E}">
        <p14:creationId xmlns:p14="http://schemas.microsoft.com/office/powerpoint/2010/main" val="53914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normalization is closely related to decomposition.</a:t>
            </a:r>
          </a:p>
          <a:p>
            <a:r>
              <a:rPr lang="en-US" dirty="0"/>
              <a:t>Normalization provides rules that help developers determine how relational tables should be organized.</a:t>
            </a:r>
          </a:p>
          <a:p>
            <a:r>
              <a:rPr lang="en-US" dirty="0"/>
              <a:t>First Normal Form focuses on storing individual values in fields and identifying records.</a:t>
            </a:r>
          </a:p>
          <a:p>
            <a:r>
              <a:rPr lang="en-US" dirty="0"/>
              <a:t>Second Normal Form builds on that and addresses partial dependencies involving composite keys.</a:t>
            </a:r>
          </a:p>
          <a:p>
            <a:r>
              <a:rPr lang="en-US" dirty="0"/>
              <a:t>Third Normal Form helps remove transitive dependencies so information depends on the appropriate keys.</a:t>
            </a:r>
          </a:p>
          <a:p>
            <a:r>
              <a:rPr lang="en-US" dirty="0"/>
              <a:t>The main thing to understand is that normalization helps prevent duplicated information and data inconsistencies.</a:t>
            </a:r>
          </a:p>
          <a:p>
            <a:r>
              <a:rPr lang="en-US" dirty="0"/>
              <a:t>We use decomposition to separate tables when normalization shows that the original design can be improved.</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5</a:t>
            </a:fld>
            <a:endParaRPr lang="en-US"/>
          </a:p>
        </p:txBody>
      </p:sp>
    </p:spTree>
    <p:extLst>
      <p:ext uri="{BB962C8B-B14F-4D97-AF65-F5344CB8AC3E}">
        <p14:creationId xmlns:p14="http://schemas.microsoft.com/office/powerpoint/2010/main" val="7458101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a practical example of database decomposition.</a:t>
            </a:r>
          </a:p>
          <a:p>
            <a:r>
              <a:rPr lang="en-US" dirty="0"/>
              <a:t>Before decomposition, customer information and order information are stored together in one large table.</a:t>
            </a:r>
          </a:p>
          <a:p>
            <a:r>
              <a:rPr lang="en-US" dirty="0"/>
              <a:t>Notice that John Smith's name and email appear multiple times because he placed more than one order.</a:t>
            </a:r>
          </a:p>
          <a:p>
            <a:r>
              <a:rPr lang="en-US" dirty="0"/>
              <a:t>That means if his email changes, we might have to update several rows.</a:t>
            </a:r>
          </a:p>
          <a:p>
            <a:r>
              <a:rPr lang="en-US" dirty="0"/>
              <a:t>After decomposition, we create two tables: Customers and Orders.</a:t>
            </a:r>
          </a:p>
          <a:p>
            <a:r>
              <a:rPr lang="en-US" dirty="0"/>
              <a:t>The Customers table stores each customer's information once. The Orders table contains the order details and uses </a:t>
            </a:r>
            <a:r>
              <a:rPr lang="en-US" dirty="0" err="1"/>
              <a:t>CustomerID</a:t>
            </a:r>
            <a:r>
              <a:rPr lang="en-US" dirty="0"/>
              <a:t> to identify which customer placed each order.</a:t>
            </a:r>
          </a:p>
          <a:p>
            <a:r>
              <a:rPr lang="en-US" dirty="0"/>
              <a:t>This allows us to reduce duplicated information without losing the relationship between customers and orders.</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6</a:t>
            </a:fld>
            <a:endParaRPr lang="en-US"/>
          </a:p>
        </p:txBody>
      </p:sp>
    </p:spTree>
    <p:extLst>
      <p:ext uri="{BB962C8B-B14F-4D97-AF65-F5344CB8AC3E}">
        <p14:creationId xmlns:p14="http://schemas.microsoft.com/office/powerpoint/2010/main" val="2972882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separate tables, we need a way to connect them.</a:t>
            </a:r>
          </a:p>
          <a:p>
            <a:r>
              <a:rPr lang="en-US" dirty="0"/>
              <a:t>That's where primary keys and foreign keys come in.</a:t>
            </a:r>
          </a:p>
          <a:p>
            <a:r>
              <a:rPr lang="en-US" dirty="0"/>
              <a:t>A primary key uniquely identifies a record. For example, each customer has a </a:t>
            </a:r>
            <a:r>
              <a:rPr lang="en-US" dirty="0" err="1"/>
              <a:t>CustomerID</a:t>
            </a:r>
            <a:r>
              <a:rPr lang="en-US" dirty="0"/>
              <a:t>.</a:t>
            </a:r>
          </a:p>
          <a:p>
            <a:r>
              <a:rPr lang="en-US" dirty="0"/>
              <a:t>A foreign key references a key in another table. In our Orders table, </a:t>
            </a:r>
            <a:r>
              <a:rPr lang="en-US" dirty="0" err="1"/>
              <a:t>CustomerID</a:t>
            </a:r>
            <a:r>
              <a:rPr lang="en-US" dirty="0"/>
              <a:t> identifies the customer associated with an order.</a:t>
            </a:r>
          </a:p>
          <a:p>
            <a:r>
              <a:rPr lang="en-US" dirty="0"/>
              <a:t>This creates a one-to-many relationship because one customer can place multiple orders.</a:t>
            </a:r>
          </a:p>
          <a:p>
            <a:r>
              <a:rPr lang="en-US" dirty="0"/>
              <a:t>These relationships are important because they allow us to organize information into separate tables while keeping the data connected.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7</a:t>
            </a:fld>
            <a:endParaRPr lang="en-US"/>
          </a:p>
        </p:txBody>
      </p:sp>
    </p:spTree>
    <p:extLst>
      <p:ext uri="{BB962C8B-B14F-4D97-AF65-F5344CB8AC3E}">
        <p14:creationId xmlns:p14="http://schemas.microsoft.com/office/powerpoint/2010/main" val="1753252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decomposing a database, we can use SQL JOIN operations to bring related information back together.</a:t>
            </a:r>
          </a:p>
          <a:p>
            <a:r>
              <a:rPr lang="en-US" dirty="0"/>
              <a:t>This example uses an INNER JOIN between the Customers and Orders tables.</a:t>
            </a:r>
          </a:p>
          <a:p>
            <a:r>
              <a:rPr lang="en-US" dirty="0"/>
              <a:t>The query matches the </a:t>
            </a:r>
            <a:r>
              <a:rPr lang="en-US" dirty="0" err="1"/>
              <a:t>CustomerID</a:t>
            </a:r>
            <a:r>
              <a:rPr lang="en-US" dirty="0"/>
              <a:t> values in both tables and returns the related records.</a:t>
            </a:r>
          </a:p>
          <a:p>
            <a:r>
              <a:rPr lang="en-US" dirty="0"/>
              <a:t>For example, if John Smith has multiple orders, his name can appear next to each order in the query results.</a:t>
            </a:r>
          </a:p>
          <a:p>
            <a:r>
              <a:rPr lang="en-US" dirty="0"/>
              <a:t>However, his personal information only needs to be stored once in the Customers table.</a:t>
            </a:r>
          </a:p>
          <a:p>
            <a:r>
              <a:rPr lang="en-US" dirty="0"/>
              <a:t>This demonstrates how SQL JOINs allow us to retrieve related information without unnecessarily duplicating it in the database.</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8</a:t>
            </a:fld>
            <a:endParaRPr lang="en-US"/>
          </a:p>
        </p:txBody>
      </p:sp>
    </p:spTree>
    <p:extLst>
      <p:ext uri="{BB962C8B-B14F-4D97-AF65-F5344CB8AC3E}">
        <p14:creationId xmlns:p14="http://schemas.microsoft.com/office/powerpoint/2010/main" val="11279608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Database decomposition has advantages, but it also introduces some challenges.</a:t>
            </a:r>
          </a:p>
          <a:p>
            <a:r>
              <a:rPr lang="en-US" dirty="0"/>
              <a:t>The biggest advantages include reducing duplicated information, improving data integrity, and making the database easier to maintain.</a:t>
            </a:r>
          </a:p>
          <a:p>
            <a:r>
              <a:rPr lang="en-US" dirty="0"/>
              <a:t>It also helps prevent problems when information is inserted, updated, or deleted.</a:t>
            </a:r>
          </a:p>
          <a:p>
            <a:r>
              <a:rPr lang="en-US" dirty="0"/>
              <a:t>However, separating information into multiple tables can make some SQL queries more complicated.</a:t>
            </a:r>
          </a:p>
          <a:p>
            <a:r>
              <a:rPr lang="en-US" dirty="0"/>
              <a:t>For example, we might need additional JOIN operations to retrieve information that was previously stored in one table.</a:t>
            </a:r>
          </a:p>
          <a:p>
            <a:r>
              <a:rPr lang="en-US" dirty="0"/>
              <a:t>Decomposition also requires careful planning because an incorrect design could cause information loss.</a:t>
            </a:r>
          </a:p>
          <a:p>
            <a:r>
              <a:rPr lang="en-US" dirty="0"/>
              <a:t>The goal is to improve the database structure while preserving the information and relationships we need.</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9</a:t>
            </a:fld>
            <a:endParaRPr lang="en-US"/>
          </a:p>
        </p:txBody>
      </p:sp>
    </p:spTree>
    <p:extLst>
      <p:ext uri="{BB962C8B-B14F-4D97-AF65-F5344CB8AC3E}">
        <p14:creationId xmlns:p14="http://schemas.microsoft.com/office/powerpoint/2010/main" val="2536299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discussed database decomposition, I'm going to move on to polyglot persistence.</a:t>
            </a:r>
          </a:p>
          <a:p>
            <a:r>
              <a:rPr lang="en-US" dirty="0"/>
              <a:t>Polyglot persistence means using more than one type of database technology within the same application or software system.</a:t>
            </a:r>
          </a:p>
          <a:p>
            <a:r>
              <a:rPr lang="en-US" dirty="0"/>
              <a:t>Instead of using one database for every kind of information, developers can choose different database technologies depending on what the application needs.</a:t>
            </a:r>
          </a:p>
          <a:p>
            <a:r>
              <a:rPr lang="en-US" dirty="0"/>
              <a:t>For example, one database might handle customer transactions, while another manages product information.</a:t>
            </a:r>
          </a:p>
          <a:p>
            <a:r>
              <a:rPr lang="en-US" dirty="0"/>
              <a:t>The idea is that different database systems have different strengths, so using them together can provide more flexibility.</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10</a:t>
            </a:fld>
            <a:endParaRPr lang="en-US"/>
          </a:p>
        </p:txBody>
      </p:sp>
    </p:spTree>
    <p:extLst>
      <p:ext uri="{BB962C8B-B14F-4D97-AF65-F5344CB8AC3E}">
        <p14:creationId xmlns:p14="http://schemas.microsoft.com/office/powerpoint/2010/main" val="2788816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 slide shows an example of how polyglot persistence can work in an online shopping application.</a:t>
            </a:r>
          </a:p>
          <a:p>
            <a:r>
              <a:rPr lang="en-US" dirty="0"/>
              <a:t>In this example, MySQL manages structured information such as customers, orders, and transactions.</a:t>
            </a:r>
          </a:p>
          <a:p>
            <a:r>
              <a:rPr lang="en-US" dirty="0"/>
              <a:t>MongoDB stores product information. This is useful because different products may have different attributes.</a:t>
            </a:r>
          </a:p>
          <a:p>
            <a:r>
              <a:rPr lang="en-US" dirty="0"/>
              <a:t>Redis is used to cache frequently requested information so the application can access it quickly.</a:t>
            </a:r>
          </a:p>
          <a:p>
            <a:r>
              <a:rPr lang="en-US" dirty="0"/>
              <a:t>The databases work together through the application's services and APIs.</a:t>
            </a:r>
          </a:p>
          <a:p>
            <a:r>
              <a:rPr lang="en-US" dirty="0"/>
              <a:t>The main idea is choosing the appropriate database technology for each part of the application rather than expecting one database to handle everything.</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11</a:t>
            </a:fld>
            <a:endParaRPr lang="en-US"/>
          </a:p>
        </p:txBody>
      </p:sp>
    </p:spTree>
    <p:extLst>
      <p:ext uri="{BB962C8B-B14F-4D97-AF65-F5344CB8AC3E}">
        <p14:creationId xmlns:p14="http://schemas.microsoft.com/office/powerpoint/2010/main" val="1877685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several reasons developers might use polyglot persistence.</a:t>
            </a:r>
          </a:p>
          <a:p>
            <a:r>
              <a:rPr lang="en-US" dirty="0"/>
              <a:t>One reason is performance. Different databases are designed to handle different workloads.</a:t>
            </a:r>
          </a:p>
          <a:p>
            <a:r>
              <a:rPr lang="en-US" dirty="0"/>
              <a:t>Another reason is flexibility. A relational database is useful for structured information, while a document database can handle records with different attributes.</a:t>
            </a:r>
          </a:p>
          <a:p>
            <a:r>
              <a:rPr lang="en-US" dirty="0"/>
              <a:t>Polyglot persistence can also help with scalability because different parts of an application may need to grow independently.</a:t>
            </a:r>
          </a:p>
          <a:p>
            <a:r>
              <a:rPr lang="en-US" dirty="0"/>
              <a:t>However, developers should only introduce multiple databases when there is a good reason to do so.</a:t>
            </a:r>
          </a:p>
          <a:p>
            <a:r>
              <a:rPr lang="en-US" dirty="0"/>
              <a:t>Using additional databases also means having more systems to maintain.</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12</a:t>
            </a:fld>
            <a:endParaRPr lang="en-US"/>
          </a:p>
        </p:txBody>
      </p:sp>
    </p:spTree>
    <p:extLst>
      <p:ext uri="{BB962C8B-B14F-4D97-AF65-F5344CB8AC3E}">
        <p14:creationId xmlns:p14="http://schemas.microsoft.com/office/powerpoint/2010/main" val="2379077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SQL and NoSQL databases.</a:t>
            </a:r>
          </a:p>
          <a:p>
            <a:r>
              <a:rPr lang="en-US" dirty="0"/>
              <a:t>SQL databases organize information into relational tables. They generally use predefined schemas and support relationships through primary keys and foreign keys.</a:t>
            </a:r>
          </a:p>
          <a:p>
            <a:r>
              <a:rPr lang="en-US" dirty="0"/>
              <a:t>Examples include MySQL and PostgreSQL.</a:t>
            </a:r>
          </a:p>
          <a:p>
            <a:r>
              <a:rPr lang="en-US" dirty="0"/>
              <a:t>NoSQL is a broader category that includes document, key-value, graph, and other database models.</a:t>
            </a:r>
          </a:p>
          <a:p>
            <a:r>
              <a:rPr lang="en-US" dirty="0"/>
              <a:t>Some NoSQL databases allow more flexibility in how information is structured.</a:t>
            </a:r>
          </a:p>
          <a:p>
            <a:r>
              <a:rPr lang="en-US" dirty="0"/>
              <a:t>For example, a document database might store a laptop with RAM and storage information, while a mouse document contains wireless and DPI information.</a:t>
            </a:r>
          </a:p>
          <a:p>
            <a:r>
              <a:rPr lang="en-US" dirty="0"/>
              <a:t>Neither SQL nor NoSQL is automatically better. The right choice depends on the data and the application's requirements.</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13</a:t>
            </a:fld>
            <a:endParaRPr lang="en-US"/>
          </a:p>
        </p:txBody>
      </p:sp>
    </p:spTree>
    <p:extLst>
      <p:ext uri="{BB962C8B-B14F-4D97-AF65-F5344CB8AC3E}">
        <p14:creationId xmlns:p14="http://schemas.microsoft.com/office/powerpoint/2010/main" val="71200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how polyglot persistence could work in an online store.</a:t>
            </a:r>
          </a:p>
          <a:p>
            <a:r>
              <a:rPr lang="en-US" dirty="0"/>
              <a:t>An online store needs to manage different types of information.</a:t>
            </a:r>
          </a:p>
          <a:p>
            <a:r>
              <a:rPr lang="en-US" dirty="0"/>
              <a:t>MySQL could store customers and orders because those records have structured relationships.</a:t>
            </a:r>
          </a:p>
          <a:p>
            <a:r>
              <a:rPr lang="en-US" dirty="0"/>
              <a:t>MongoDB could manage the product catalog because products may have different attributes.</a:t>
            </a:r>
          </a:p>
          <a:p>
            <a:r>
              <a:rPr lang="en-US" dirty="0"/>
              <a:t>Redis could cache frequently requested information so the application doesn't need to retrieve it from the primary database every time.</a:t>
            </a:r>
          </a:p>
          <a:p>
            <a:r>
              <a:rPr lang="en-US" dirty="0"/>
              <a:t>By using these different technologies together, developers can design each part of the application around its data requirements.</a:t>
            </a:r>
          </a:p>
          <a:p>
            <a:r>
              <a:rPr lang="en-US" dirty="0"/>
              <a:t>However, the application still needs a way to coordinate information across those systems.</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14</a:t>
            </a:fld>
            <a:endParaRPr lang="en-US"/>
          </a:p>
        </p:txBody>
      </p:sp>
    </p:spTree>
    <p:extLst>
      <p:ext uri="{BB962C8B-B14F-4D97-AF65-F5344CB8AC3E}">
        <p14:creationId xmlns:p14="http://schemas.microsoft.com/office/powerpoint/2010/main" val="4864991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biggest challenges with polyglot persistence is data consistency.</a:t>
            </a:r>
          </a:p>
          <a:p>
            <a:r>
              <a:rPr lang="en-US" dirty="0"/>
              <a:t>When information is stored across different database systems, changes might need to be shared between them.</a:t>
            </a:r>
          </a:p>
          <a:p>
            <a:r>
              <a:rPr lang="en-US" dirty="0"/>
              <a:t>For example, imagine that a product's price changes in MongoDB, but Redis still contains the old cached price.</a:t>
            </a:r>
          </a:p>
          <a:p>
            <a:r>
              <a:rPr lang="en-US" dirty="0"/>
              <a:t>If the application continues using the cached information, customers might see an outdated price.</a:t>
            </a:r>
          </a:p>
          <a:p>
            <a:r>
              <a:rPr lang="en-US" dirty="0"/>
              <a:t>Developers can address situations like this using cache invalidation, event-driven communication, and synchronization techniques.</a:t>
            </a:r>
          </a:p>
          <a:p>
            <a:r>
              <a:rPr lang="en-US" dirty="0"/>
              <a:t>These approaches help keep information reliable, but they also require careful planning.</a:t>
            </a:r>
          </a:p>
          <a:p>
            <a:r>
              <a:rPr lang="en-US" dirty="0"/>
              <a:t>This is why using multiple databases introduces additional responsibilities.</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15</a:t>
            </a:fld>
            <a:endParaRPr lang="en-US"/>
          </a:p>
        </p:txBody>
      </p:sp>
    </p:spTree>
    <p:extLst>
      <p:ext uri="{BB962C8B-B14F-4D97-AF65-F5344CB8AC3E}">
        <p14:creationId xmlns:p14="http://schemas.microsoft.com/office/powerpoint/2010/main" val="1094521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biggest challenges with polyglot persistence is data consistency.</a:t>
            </a:r>
          </a:p>
          <a:p>
            <a:r>
              <a:rPr lang="en-US" dirty="0"/>
              <a:t>When information is stored across different database systems, changes might need to be shared between them.</a:t>
            </a:r>
          </a:p>
          <a:p>
            <a:r>
              <a:rPr lang="en-US" dirty="0"/>
              <a:t>For example, imagine that a product's price changes in MongoDB, but Redis still contains the old cached price.</a:t>
            </a:r>
          </a:p>
          <a:p>
            <a:r>
              <a:rPr lang="en-US" dirty="0"/>
              <a:t>If the application continues using the cached information, customers might see an outdated price.</a:t>
            </a:r>
          </a:p>
          <a:p>
            <a:r>
              <a:rPr lang="en-US" dirty="0"/>
              <a:t>Developers can address situations like this using cache invalidation, event-driven communication, and synchronization techniques.</a:t>
            </a:r>
          </a:p>
          <a:p>
            <a:r>
              <a:rPr lang="en-US" dirty="0"/>
              <a:t>These approaches help keep information reliable, but they also require careful planning.</a:t>
            </a:r>
          </a:p>
          <a:p>
            <a:r>
              <a:rPr lang="en-US" dirty="0"/>
              <a:t>This is why using multiple databases introduces additional responsibilities.</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16</a:t>
            </a:fld>
            <a:endParaRPr lang="en-US"/>
          </a:p>
        </p:txBody>
      </p:sp>
    </p:spTree>
    <p:extLst>
      <p:ext uri="{BB962C8B-B14F-4D97-AF65-F5344CB8AC3E}">
        <p14:creationId xmlns:p14="http://schemas.microsoft.com/office/powerpoint/2010/main" val="4007875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decomposition and polyglot persistence solve different problems, but they can work together.</a:t>
            </a:r>
          </a:p>
          <a:p>
            <a:r>
              <a:rPr lang="en-US" dirty="0"/>
              <a:t>Database decomposition focuses on organizing relational information into smaller, related tables.</a:t>
            </a:r>
          </a:p>
          <a:p>
            <a:r>
              <a:rPr lang="en-US" dirty="0"/>
              <a:t>Polyglot persistence focuses on using multiple database technologies based on the application's requirements.</a:t>
            </a:r>
          </a:p>
          <a:p>
            <a:r>
              <a:rPr lang="en-US" dirty="0"/>
              <a:t>For example, an online shopping application could use normalized MySQL tables for customer and order information.</a:t>
            </a:r>
          </a:p>
          <a:p>
            <a:r>
              <a:rPr lang="en-US" dirty="0"/>
              <a:t>It could also use MongoDB for flexible product information and Redis for caching.</a:t>
            </a:r>
          </a:p>
          <a:p>
            <a:r>
              <a:rPr lang="en-US" dirty="0"/>
              <a:t>This means developers can improve the organization of relational data while also choosing different database technologies for other workloads.</a:t>
            </a:r>
          </a:p>
          <a:p>
            <a:r>
              <a:rPr lang="en-US" dirty="0"/>
              <a:t>Both approaches can contribute to reliable and maintainable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17</a:t>
            </a:fld>
            <a:endParaRPr lang="en-US"/>
          </a:p>
        </p:txBody>
      </p:sp>
    </p:spTree>
    <p:extLst>
      <p:ext uri="{BB962C8B-B14F-4D97-AF65-F5344CB8AC3E}">
        <p14:creationId xmlns:p14="http://schemas.microsoft.com/office/powerpoint/2010/main" val="4258251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concepts are important because database design directly affects software development.</a:t>
            </a:r>
          </a:p>
          <a:p>
            <a:r>
              <a:rPr lang="en-US" dirty="0"/>
              <a:t>Developers need to think about how information will be organized, retrieved, updated, and maintained.</a:t>
            </a:r>
          </a:p>
          <a:p>
            <a:r>
              <a:rPr lang="en-US" dirty="0"/>
              <a:t>Poor database design can create problems that become more difficult to fix as an application grows.</a:t>
            </a:r>
          </a:p>
          <a:p>
            <a:r>
              <a:rPr lang="en-US" dirty="0"/>
              <a:t>Database decomposition helps developers organize relational information and maintain consistent relationships.</a:t>
            </a:r>
          </a:p>
          <a:p>
            <a:r>
              <a:rPr lang="en-US" dirty="0"/>
              <a:t>Polyglot persistence gives developers more options when different parts of an application have different data requirements.</a:t>
            </a:r>
          </a:p>
          <a:p>
            <a:r>
              <a:rPr lang="en-US" dirty="0"/>
              <a:t>Understanding both approaches helps developers make better decisions when designing software systems.</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18</a:t>
            </a:fld>
            <a:endParaRPr lang="en-US"/>
          </a:p>
        </p:txBody>
      </p:sp>
    </p:spTree>
    <p:extLst>
      <p:ext uri="{BB962C8B-B14F-4D97-AF65-F5344CB8AC3E}">
        <p14:creationId xmlns:p14="http://schemas.microsoft.com/office/powerpoint/2010/main" val="7943363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technology continues to change as software applications become more complex.</a:t>
            </a:r>
          </a:p>
          <a:p>
            <a:r>
              <a:rPr lang="en-US" dirty="0"/>
              <a:t>One important trend is cloud-managed databases. Services from cloud providers can handle tasks such as infrastructure management, backups, and monitoring.</a:t>
            </a:r>
          </a:p>
          <a:p>
            <a:r>
              <a:rPr lang="en-US" dirty="0"/>
              <a:t>Distributed databases are also important because applications may need to manage information across different locations.</a:t>
            </a:r>
          </a:p>
          <a:p>
            <a:r>
              <a:rPr lang="en-US" dirty="0"/>
              <a:t>Developers are also using more specialized databases for different workloads.</a:t>
            </a:r>
          </a:p>
          <a:p>
            <a:r>
              <a:rPr lang="en-US" dirty="0"/>
              <a:t>Because of these developments, understanding both relational database design and different types of database technologies will continue to be useful.</a:t>
            </a:r>
          </a:p>
          <a:p>
            <a:r>
              <a:rPr lang="en-US" dirty="0"/>
              <a:t>I think these concepts are especially important for developers working with cloud applications and modern software architectures.</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19</a:t>
            </a:fld>
            <a:endParaRPr lang="en-US"/>
          </a:p>
        </p:txBody>
      </p:sp>
    </p:spTree>
    <p:extLst>
      <p:ext uri="{BB962C8B-B14F-4D97-AF65-F5344CB8AC3E}">
        <p14:creationId xmlns:p14="http://schemas.microsoft.com/office/powerpoint/2010/main" val="39115836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important question is when developers should use database decomposition or polyglot persistence.</a:t>
            </a:r>
          </a:p>
          <a:p>
            <a:r>
              <a:rPr lang="en-US" dirty="0"/>
              <a:t>Database decomposition is useful when a relational database contains duplicated information or when its structure causes data inconsistencies.</a:t>
            </a:r>
          </a:p>
          <a:p>
            <a:r>
              <a:rPr lang="en-US" dirty="0"/>
              <a:t>Polyglot persistence is worth considering when different parts of an application have significantly different storage requirements.</a:t>
            </a:r>
          </a:p>
          <a:p>
            <a:r>
              <a:rPr lang="en-US" dirty="0"/>
              <a:t>However, using multiple databases isn't always necessary.</a:t>
            </a:r>
          </a:p>
          <a:p>
            <a:r>
              <a:rPr lang="en-US" dirty="0"/>
              <a:t>If one relational database can handle the application's requirements efficiently, keeping the system simpler may be the better decision.</a:t>
            </a:r>
          </a:p>
          <a:p>
            <a:r>
              <a:rPr lang="en-US" dirty="0"/>
              <a:t>The main lesson is that developers should choose database approaches based on actual needs rather than using a technology simply because it's popular.</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20</a:t>
            </a:fld>
            <a:endParaRPr lang="en-US"/>
          </a:p>
        </p:txBody>
      </p:sp>
    </p:spTree>
    <p:extLst>
      <p:ext uri="{BB962C8B-B14F-4D97-AF65-F5344CB8AC3E}">
        <p14:creationId xmlns:p14="http://schemas.microsoft.com/office/powerpoint/2010/main" val="2849426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database decomposition and polyglot persistence are two important approaches used in software development.</a:t>
            </a:r>
          </a:p>
          <a:p>
            <a:r>
              <a:rPr lang="en-US" dirty="0"/>
              <a:t>Database decomposition helps organize relational information into smaller tables, reducing duplication and improving data integrity.</a:t>
            </a:r>
          </a:p>
          <a:p>
            <a:r>
              <a:rPr lang="en-US" dirty="0"/>
              <a:t>Polyglot persistence allows developers to use different database technologies for different types of information.</a:t>
            </a:r>
          </a:p>
          <a:p>
            <a:r>
              <a:rPr lang="en-US" dirty="0"/>
              <a:t>One thing I learned while researching these topics is that there isn't one database design or technology that is best for every situation.</a:t>
            </a:r>
          </a:p>
          <a:p>
            <a:r>
              <a:rPr lang="en-US" dirty="0"/>
              <a:t>Developers need to consider performance, scalability, consistency, and maintenance when deciding how to manage data.</a:t>
            </a:r>
          </a:p>
          <a:p>
            <a:r>
              <a:rPr lang="en-US" dirty="0"/>
              <a:t>Overall, researching these topics helped me understand how database design decisions affect software applications and why those decisions are important.</a:t>
            </a:r>
          </a:p>
          <a:p>
            <a:r>
              <a:rPr lang="en-US" dirty="0"/>
              <a:t>Thank you for listening to my presentation.</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21</a:t>
            </a:fld>
            <a:endParaRPr lang="en-US"/>
          </a:p>
        </p:txBody>
      </p:sp>
    </p:spTree>
    <p:extLst>
      <p:ext uri="{BB962C8B-B14F-4D97-AF65-F5344CB8AC3E}">
        <p14:creationId xmlns:p14="http://schemas.microsoft.com/office/powerpoint/2010/main" val="19377354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I used while researching my presentation.</a:t>
            </a:r>
          </a:p>
          <a:p>
            <a:r>
              <a:rPr lang="en-US" dirty="0"/>
              <a:t>I used Microsoft documentation to better understand database normalization and data management.</a:t>
            </a:r>
          </a:p>
          <a:p>
            <a:r>
              <a:rPr lang="en-US" dirty="0"/>
              <a:t>I also used Martin Fowler's explanation of polyglot persistence and documentation from MySQL, MongoDB, and Redis.</a:t>
            </a:r>
          </a:p>
          <a:p>
            <a:r>
              <a:rPr lang="en-US" dirty="0"/>
              <a:t>These resources helped me understand how the concepts work and why developers use them.</a:t>
            </a:r>
          </a:p>
          <a:p>
            <a:r>
              <a:rPr lang="en-US" dirty="0"/>
              <a:t>That concludes the presentation portion. </a:t>
            </a:r>
            <a:r>
              <a:rPr lang="en-US"/>
              <a:t>Next, I'll guide everyone through the technical activity using Azure SQL Database and Azure Cosmos DB for NoSQL.</a:t>
            </a:r>
          </a:p>
          <a:p>
            <a:endParaRPr lang="en-US" dirty="0"/>
          </a:p>
        </p:txBody>
      </p:sp>
      <p:sp>
        <p:nvSpPr>
          <p:cNvPr id="4" name="Slide Number Placeholder 3"/>
          <p:cNvSpPr>
            <a:spLocks noGrp="1"/>
          </p:cNvSpPr>
          <p:nvPr>
            <p:ph type="sldNum" sz="quarter" idx="5"/>
          </p:nvPr>
        </p:nvSpPr>
        <p:spPr/>
        <p:txBody>
          <a:bodyPr/>
          <a:lstStyle/>
          <a:p>
            <a:fld id="{06BA493A-BC6E-443C-9E9C-83F63C5A7F02}" type="slidenum">
              <a:rPr lang="en-US" smtClean="0"/>
              <a:t>22</a:t>
            </a:fld>
            <a:endParaRPr lang="en-US"/>
          </a:p>
        </p:txBody>
      </p:sp>
    </p:spTree>
    <p:extLst>
      <p:ext uri="{BB962C8B-B14F-4D97-AF65-F5344CB8AC3E}">
        <p14:creationId xmlns:p14="http://schemas.microsoft.com/office/powerpoint/2010/main" val="1822855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743769-C593-4D95-B839-97ED11F6C4AA}"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1130337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1743769-C593-4D95-B839-97ED11F6C4AA}"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1951118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743769-C593-4D95-B839-97ED11F6C4AA}"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1614780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743769-C593-4D95-B839-97ED11F6C4AA}"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2410569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743769-C593-4D95-B839-97ED11F6C4AA}"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4174818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1743769-C593-4D95-B839-97ED11F6C4AA}" type="datetimeFigureOut">
              <a:rPr lang="en-US" smtClean="0"/>
              <a:t>10/22/2026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3806683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743769-C593-4D95-B839-97ED11F6C4AA}" type="datetimeFigureOut">
              <a:rPr lang="en-US" smtClean="0"/>
              <a:t>10/22/2026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2445673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A1743769-C593-4D95-B839-97ED11F6C4AA}" type="datetimeFigureOut">
              <a:rPr lang="en-US" smtClean="0"/>
              <a:t>10/22/2026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4264111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743769-C593-4D95-B839-97ED11F6C4AA}"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791836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743769-C593-4D95-B839-97ED11F6C4AA}"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3078581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1743769-C593-4D95-B839-97ED11F6C4AA}"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234078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1743769-C593-4D95-B839-97ED11F6C4AA}"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FA71CB-55E6-4841-9EA6-437BC6C3E73A}"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43926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743769-C593-4D95-B839-97ED11F6C4AA}"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3505624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743769-C593-4D95-B839-97ED11F6C4AA}" type="datetimeFigureOut">
              <a:rPr lang="en-US" smtClean="0"/>
              <a:t>10/22/2026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3553962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743769-C593-4D95-B839-97ED11F6C4AA}" type="datetimeFigureOut">
              <a:rPr lang="en-US" smtClean="0"/>
              <a:t>10/22/2026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40043278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743769-C593-4D95-B839-97ED11F6C4AA}"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37234020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743769-C593-4D95-B839-97ED11F6C4AA}"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FA71CB-55E6-4841-9EA6-437BC6C3E73A}" type="slidenum">
              <a:rPr lang="en-US" smtClean="0"/>
              <a:t>‹#›</a:t>
            </a:fld>
            <a:endParaRPr lang="en-US"/>
          </a:p>
        </p:txBody>
      </p:sp>
    </p:spTree>
    <p:extLst>
      <p:ext uri="{BB962C8B-B14F-4D97-AF65-F5344CB8AC3E}">
        <p14:creationId xmlns:p14="http://schemas.microsoft.com/office/powerpoint/2010/main" val="3716422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743769-C593-4D95-B839-97ED11F6C4AA}" type="datetimeFigureOut">
              <a:rPr lang="en-US" smtClean="0"/>
              <a:t>10/22/2026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0FA71CB-55E6-4841-9EA6-437BC6C3E73A}" type="slidenum">
              <a:rPr lang="en-US" smtClean="0"/>
              <a:t>‹#›</a:t>
            </a:fld>
            <a:endParaRPr lang="en-US"/>
          </a:p>
        </p:txBody>
      </p:sp>
    </p:spTree>
    <p:extLst>
      <p:ext uri="{BB962C8B-B14F-4D97-AF65-F5344CB8AC3E}">
        <p14:creationId xmlns:p14="http://schemas.microsoft.com/office/powerpoint/2010/main" val="419587753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jpeg"/><Relationship Id="rId7" Type="http://schemas.openxmlformats.org/officeDocument/2006/relationships/diagramColors" Target="../diagrams/colors3.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8" Type="http://schemas.openxmlformats.org/officeDocument/2006/relationships/hyperlink" Target="https://dev.mysql.com/doc/refman/8.4/en/glossary.html" TargetMode="External"/><Relationship Id="rId3" Type="http://schemas.openxmlformats.org/officeDocument/2006/relationships/image" Target="../media/image1.jpeg"/><Relationship Id="rId7" Type="http://schemas.openxmlformats.org/officeDocument/2006/relationships/hyperlink" Target="https://www.mongodb.com/resources/basics/databases/data-modeling"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hyperlink" Target="https://learn.microsoft.com/en-us/azure/architecture/microservices/design/data-considerations" TargetMode="External"/><Relationship Id="rId5" Type="http://schemas.openxmlformats.org/officeDocument/2006/relationships/hyperlink" Target="https://learn.microsoft.com/en-us/troubleshoot/microsoft-365-apps/access/database-normalization-description" TargetMode="External"/><Relationship Id="rId10" Type="http://schemas.openxmlformats.org/officeDocument/2006/relationships/image" Target="../media/image22.jpeg"/><Relationship Id="rId4" Type="http://schemas.openxmlformats.org/officeDocument/2006/relationships/hyperlink" Target="https://martinfowler.com/bliki/PolyglotPersistence.html" TargetMode="External"/><Relationship Id="rId9" Type="http://schemas.openxmlformats.org/officeDocument/2006/relationships/hyperlink" Target="https://redis.io/docs/latest/develop/use-cas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DDFDE-6FDF-712A-7071-DF38A180470A}"/>
              </a:ext>
            </a:extLst>
          </p:cNvPr>
          <p:cNvSpPr>
            <a:spLocks noGrp="1"/>
          </p:cNvSpPr>
          <p:nvPr>
            <p:ph type="ctrTitle"/>
          </p:nvPr>
        </p:nvSpPr>
        <p:spPr>
          <a:xfrm>
            <a:off x="647701" y="1454964"/>
            <a:ext cx="6255561" cy="3308840"/>
          </a:xfrm>
        </p:spPr>
        <p:txBody>
          <a:bodyPr>
            <a:normAutofit/>
          </a:bodyPr>
          <a:lstStyle/>
          <a:p>
            <a:pPr>
              <a:lnSpc>
                <a:spcPct val="90000"/>
              </a:lnSpc>
            </a:pPr>
            <a:r>
              <a:rPr lang="en-US" sz="5600"/>
              <a:t> Database Decomposition &amp; Polyglot Persistence</a:t>
            </a:r>
          </a:p>
        </p:txBody>
      </p:sp>
      <p:sp>
        <p:nvSpPr>
          <p:cNvPr id="3" name="Subtitle 2">
            <a:extLst>
              <a:ext uri="{FF2B5EF4-FFF2-40B4-BE49-F238E27FC236}">
                <a16:creationId xmlns:a16="http://schemas.microsoft.com/office/drawing/2014/main" id="{19A7BED0-59D7-621B-43F3-BE2EA6E78BE2}"/>
              </a:ext>
            </a:extLst>
          </p:cNvPr>
          <p:cNvSpPr>
            <a:spLocks noGrp="1"/>
          </p:cNvSpPr>
          <p:nvPr>
            <p:ph type="subTitle" idx="1"/>
          </p:nvPr>
        </p:nvSpPr>
        <p:spPr>
          <a:xfrm>
            <a:off x="647701" y="4763803"/>
            <a:ext cx="6255561" cy="1464378"/>
          </a:xfrm>
        </p:spPr>
        <p:txBody>
          <a:bodyPr>
            <a:normAutofit/>
          </a:bodyPr>
          <a:lstStyle/>
          <a:p>
            <a:r>
              <a:rPr lang="en-US"/>
              <a:t>By Evan Kutera</a:t>
            </a:r>
          </a:p>
        </p:txBody>
      </p:sp>
      <p:pic>
        <p:nvPicPr>
          <p:cNvPr id="5" name="Picture 4" descr="Complex math formulas on a blackboard">
            <a:extLst>
              <a:ext uri="{FF2B5EF4-FFF2-40B4-BE49-F238E27FC236}">
                <a16:creationId xmlns:a16="http://schemas.microsoft.com/office/drawing/2014/main" id="{2508F41E-EF75-D040-681B-62CFC61622EA}"/>
              </a:ext>
            </a:extLst>
          </p:cNvPr>
          <p:cNvPicPr>
            <a:picLocks noChangeAspect="1"/>
          </p:cNvPicPr>
          <p:nvPr/>
        </p:nvPicPr>
        <p:blipFill>
          <a:blip r:embed="rId4"/>
          <a:srcRect l="31444" r="19221" b="-1"/>
          <a:stretch>
            <a:fillRect/>
          </a:stretch>
        </p:blipFill>
        <p:spPr>
          <a:xfrm>
            <a:off x="7557315" y="10"/>
            <a:ext cx="4634685" cy="6857990"/>
          </a:xfrm>
          <a:prstGeom prst="rect">
            <a:avLst/>
          </a:prstGeom>
        </p:spPr>
      </p:pic>
      <p:sp>
        <p:nvSpPr>
          <p:cNvPr id="10" name="Rectangle 9">
            <a:extLst>
              <a:ext uri="{FF2B5EF4-FFF2-40B4-BE49-F238E27FC236}">
                <a16:creationId xmlns:a16="http://schemas.microsoft.com/office/drawing/2014/main" id="{DEC9835E-03D3-4D0F-9408-14C8B62C0F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48416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137BFA-3CDF-BB14-CE39-4B4144996D3E}"/>
              </a:ext>
            </a:extLst>
          </p:cNvPr>
          <p:cNvSpPr>
            <a:spLocks noGrp="1"/>
          </p:cNvSpPr>
          <p:nvPr>
            <p:ph type="title"/>
          </p:nvPr>
        </p:nvSpPr>
        <p:spPr>
          <a:xfrm>
            <a:off x="648930" y="629266"/>
            <a:ext cx="6188190" cy="1622321"/>
          </a:xfrm>
        </p:spPr>
        <p:txBody>
          <a:bodyPr>
            <a:normAutofit/>
          </a:bodyPr>
          <a:lstStyle/>
          <a:p>
            <a:r>
              <a:rPr lang="en-US">
                <a:solidFill>
                  <a:srgbClr val="EBEBEB"/>
                </a:solidFill>
              </a:rPr>
              <a:t>Why Database Design Matters</a:t>
            </a:r>
          </a:p>
        </p:txBody>
      </p:sp>
      <p:sp>
        <p:nvSpPr>
          <p:cNvPr id="12"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AC3BF0FA-36FA-4CE9-840E-F7C3A8F16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81796" y="947378"/>
            <a:ext cx="6858001" cy="4963245"/>
          </a:xfrm>
          <a:custGeom>
            <a:avLst/>
            <a:gdLst>
              <a:gd name="connsiteX0" fmla="*/ 6858001 w 6858001"/>
              <a:gd name="connsiteY0" fmla="*/ 1177 h 4963245"/>
              <a:gd name="connsiteX1" fmla="*/ 6858001 w 6858001"/>
              <a:gd name="connsiteY1" fmla="*/ 1344715 h 4963245"/>
              <a:gd name="connsiteX2" fmla="*/ 6858000 w 6858001"/>
              <a:gd name="connsiteY2" fmla="*/ 1344715 h 4963245"/>
              <a:gd name="connsiteX3" fmla="*/ 6858000 w 6858001"/>
              <a:gd name="connsiteY3" fmla="*/ 4963245 h 4963245"/>
              <a:gd name="connsiteX4" fmla="*/ 0 w 6858001"/>
              <a:gd name="connsiteY4" fmla="*/ 4963244 h 4963245"/>
              <a:gd name="connsiteX5" fmla="*/ 0 w 6858001"/>
              <a:gd name="connsiteY5" fmla="*/ 900697 h 4963245"/>
              <a:gd name="connsiteX6" fmla="*/ 1 w 6858001"/>
              <a:gd name="connsiteY6" fmla="*/ 900697 h 4963245"/>
              <a:gd name="connsiteX7" fmla="*/ 1 w 6858001"/>
              <a:gd name="connsiteY7" fmla="*/ 0 h 4963245"/>
              <a:gd name="connsiteX8" fmla="*/ 40463 w 6858001"/>
              <a:gd name="connsiteY8" fmla="*/ 5883 h 4963245"/>
              <a:gd name="connsiteX9" fmla="*/ 159107 w 6858001"/>
              <a:gd name="connsiteY9" fmla="*/ 23196 h 4963245"/>
              <a:gd name="connsiteX10" fmla="*/ 245518 w 6858001"/>
              <a:gd name="connsiteY10" fmla="*/ 35299 h 4963245"/>
              <a:gd name="connsiteX11" fmla="*/ 348388 w 6858001"/>
              <a:gd name="connsiteY11" fmla="*/ 48073 h 4963245"/>
              <a:gd name="connsiteX12" fmla="*/ 470460 w 6858001"/>
              <a:gd name="connsiteY12" fmla="*/ 63369 h 4963245"/>
              <a:gd name="connsiteX13" fmla="*/ 605563 w 6858001"/>
              <a:gd name="connsiteY13" fmla="*/ 79506 h 4963245"/>
              <a:gd name="connsiteX14" fmla="*/ 757810 w 6858001"/>
              <a:gd name="connsiteY14" fmla="*/ 96483 h 4963245"/>
              <a:gd name="connsiteX15" fmla="*/ 923774 w 6858001"/>
              <a:gd name="connsiteY15" fmla="*/ 114469 h 4963245"/>
              <a:gd name="connsiteX16" fmla="*/ 1104139 w 6858001"/>
              <a:gd name="connsiteY16" fmla="*/ 132454 h 4963245"/>
              <a:gd name="connsiteX17" fmla="*/ 1296163 w 6858001"/>
              <a:gd name="connsiteY17" fmla="*/ 150776 h 4963245"/>
              <a:gd name="connsiteX18" fmla="*/ 1503275 w 6858001"/>
              <a:gd name="connsiteY18" fmla="*/ 167753 h 4963245"/>
              <a:gd name="connsiteX19" fmla="*/ 1719988 w 6858001"/>
              <a:gd name="connsiteY19" fmla="*/ 184058 h 4963245"/>
              <a:gd name="connsiteX20" fmla="*/ 1949045 w 6858001"/>
              <a:gd name="connsiteY20" fmla="*/ 198849 h 4963245"/>
              <a:gd name="connsiteX21" fmla="*/ 2187703 w 6858001"/>
              <a:gd name="connsiteY21" fmla="*/ 212969 h 4963245"/>
              <a:gd name="connsiteX22" fmla="*/ 2436649 w 6858001"/>
              <a:gd name="connsiteY22" fmla="*/ 226248 h 4963245"/>
              <a:gd name="connsiteX23" fmla="*/ 2564208 w 6858001"/>
              <a:gd name="connsiteY23" fmla="*/ 230955 h 4963245"/>
              <a:gd name="connsiteX24" fmla="*/ 2694509 w 6858001"/>
              <a:gd name="connsiteY24" fmla="*/ 236165 h 4963245"/>
              <a:gd name="connsiteX25" fmla="*/ 2826868 w 6858001"/>
              <a:gd name="connsiteY25" fmla="*/ 241040 h 4963245"/>
              <a:gd name="connsiteX26" fmla="*/ 2959914 w 6858001"/>
              <a:gd name="connsiteY26" fmla="*/ 244234 h 4963245"/>
              <a:gd name="connsiteX27" fmla="*/ 3095702 w 6858001"/>
              <a:gd name="connsiteY27" fmla="*/ 247091 h 4963245"/>
              <a:gd name="connsiteX28" fmla="*/ 3232862 w 6858001"/>
              <a:gd name="connsiteY28" fmla="*/ 250117 h 4963245"/>
              <a:gd name="connsiteX29" fmla="*/ 3372765 w 6858001"/>
              <a:gd name="connsiteY29" fmla="*/ 252134 h 4963245"/>
              <a:gd name="connsiteX30" fmla="*/ 3514040 w 6858001"/>
              <a:gd name="connsiteY30" fmla="*/ 252134 h 4963245"/>
              <a:gd name="connsiteX31" fmla="*/ 3656686 w 6858001"/>
              <a:gd name="connsiteY31" fmla="*/ 253142 h 4963245"/>
              <a:gd name="connsiteX32" fmla="*/ 3800704 w 6858001"/>
              <a:gd name="connsiteY32" fmla="*/ 252134 h 4963245"/>
              <a:gd name="connsiteX33" fmla="*/ 3946780 w 6858001"/>
              <a:gd name="connsiteY33" fmla="*/ 250117 h 4963245"/>
              <a:gd name="connsiteX34" fmla="*/ 4092855 w 6858001"/>
              <a:gd name="connsiteY34" fmla="*/ 248268 h 4963245"/>
              <a:gd name="connsiteX35" fmla="*/ 4240988 w 6858001"/>
              <a:gd name="connsiteY35" fmla="*/ 244234 h 4963245"/>
              <a:gd name="connsiteX36" fmla="*/ 4390492 w 6858001"/>
              <a:gd name="connsiteY36" fmla="*/ 240032 h 4963245"/>
              <a:gd name="connsiteX37" fmla="*/ 4539997 w 6858001"/>
              <a:gd name="connsiteY37" fmla="*/ 235157 h 4963245"/>
              <a:gd name="connsiteX38" fmla="*/ 4690873 w 6858001"/>
              <a:gd name="connsiteY38" fmla="*/ 228266 h 4963245"/>
              <a:gd name="connsiteX39" fmla="*/ 4843120 w 6858001"/>
              <a:gd name="connsiteY39" fmla="*/ 220029 h 4963245"/>
              <a:gd name="connsiteX40" fmla="*/ 4996054 w 6858001"/>
              <a:gd name="connsiteY40" fmla="*/ 212129 h 4963245"/>
              <a:gd name="connsiteX41" fmla="*/ 5148987 w 6858001"/>
              <a:gd name="connsiteY41" fmla="*/ 202044 h 4963245"/>
              <a:gd name="connsiteX42" fmla="*/ 5303978 w 6858001"/>
              <a:gd name="connsiteY42" fmla="*/ 189941 h 4963245"/>
              <a:gd name="connsiteX43" fmla="*/ 5456911 w 6858001"/>
              <a:gd name="connsiteY43" fmla="*/ 177839 h 4963245"/>
              <a:gd name="connsiteX44" fmla="*/ 5612588 w 6858001"/>
              <a:gd name="connsiteY44" fmla="*/ 163887 h 4963245"/>
              <a:gd name="connsiteX45" fmla="*/ 5768950 w 6858001"/>
              <a:gd name="connsiteY45" fmla="*/ 148591 h 4963245"/>
              <a:gd name="connsiteX46" fmla="*/ 5923255 w 6858001"/>
              <a:gd name="connsiteY46" fmla="*/ 132455 h 4963245"/>
              <a:gd name="connsiteX47" fmla="*/ 6079618 w 6858001"/>
              <a:gd name="connsiteY47" fmla="*/ 113629 h 4963245"/>
              <a:gd name="connsiteX48" fmla="*/ 6235294 w 6858001"/>
              <a:gd name="connsiteY48" fmla="*/ 93458 h 4963245"/>
              <a:gd name="connsiteX49" fmla="*/ 6391657 w 6858001"/>
              <a:gd name="connsiteY49" fmla="*/ 73455 h 4963245"/>
              <a:gd name="connsiteX50" fmla="*/ 6547333 w 6858001"/>
              <a:gd name="connsiteY50" fmla="*/ 50091 h 4963245"/>
              <a:gd name="connsiteX51" fmla="*/ 6702324 w 6858001"/>
              <a:gd name="connsiteY51" fmla="*/ 26222 h 4963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4963245">
                <a:moveTo>
                  <a:pt x="6858001" y="1177"/>
                </a:moveTo>
                <a:lnTo>
                  <a:pt x="6858001" y="1344715"/>
                </a:lnTo>
                <a:lnTo>
                  <a:pt x="6858000" y="1344715"/>
                </a:lnTo>
                <a:lnTo>
                  <a:pt x="6858000" y="4963245"/>
                </a:lnTo>
                <a:lnTo>
                  <a:pt x="0" y="4963244"/>
                </a:lnTo>
                <a:lnTo>
                  <a:pt x="0" y="900697"/>
                </a:lnTo>
                <a:lnTo>
                  <a:pt x="1" y="900697"/>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a:p>
        </p:txBody>
      </p:sp>
      <p:pic>
        <p:nvPicPr>
          <p:cNvPr id="7" name="Graphic 6" descr="Database">
            <a:extLst>
              <a:ext uri="{FF2B5EF4-FFF2-40B4-BE49-F238E27FC236}">
                <a16:creationId xmlns:a16="http://schemas.microsoft.com/office/drawing/2014/main" id="{5E8B0AC3-4FAD-B172-8B94-505E070D724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9871" y="1721993"/>
            <a:ext cx="3414010" cy="3414010"/>
          </a:xfrm>
          <a:prstGeom prst="rect">
            <a:avLst/>
          </a:prstGeom>
          <a:effectLst/>
        </p:spPr>
      </p:pic>
      <p:sp>
        <p:nvSpPr>
          <p:cNvPr id="16" name="Rectangle 15">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8A23BF5C-38CE-DEC0-BBED-BDA014D4BB6E}"/>
              </a:ext>
            </a:extLst>
          </p:cNvPr>
          <p:cNvSpPr>
            <a:spLocks noGrp="1"/>
          </p:cNvSpPr>
          <p:nvPr>
            <p:ph idx="1"/>
          </p:nvPr>
        </p:nvSpPr>
        <p:spPr>
          <a:xfrm>
            <a:off x="648930" y="2438400"/>
            <a:ext cx="6188189" cy="3785419"/>
          </a:xfrm>
        </p:spPr>
        <p:txBody>
          <a:bodyPr>
            <a:normAutofit/>
          </a:bodyPr>
          <a:lstStyle/>
          <a:p>
            <a:pPr marL="342900" lvl="0" indent="-342900">
              <a:lnSpc>
                <a:spcPct val="90000"/>
              </a:lnSpc>
              <a:buFont typeface="Arial" panose="020B0604020202020204" pitchFamily="34" charset="0"/>
              <a:buChar char="•"/>
            </a:pPr>
            <a:r>
              <a:rPr lang="en-US" sz="1700">
                <a:solidFill>
                  <a:srgbClr val="FFFFFF"/>
                </a:solidFill>
              </a:rPr>
              <a:t>Databases play an important role in modern software applications by storing, organizing, and retrieving information.</a:t>
            </a:r>
          </a:p>
          <a:p>
            <a:pPr marL="342900" lvl="0" indent="-342900">
              <a:lnSpc>
                <a:spcPct val="90000"/>
              </a:lnSpc>
              <a:buFont typeface="Arial" panose="020B0604020202020204" pitchFamily="34" charset="0"/>
              <a:buChar char="•"/>
            </a:pPr>
            <a:r>
              <a:rPr lang="en-US" sz="1700">
                <a:solidFill>
                  <a:srgbClr val="FFFFFF"/>
                </a:solidFill>
              </a:rPr>
              <a:t>Poor database design can lead to duplicate data, inconsistent records, slower queries, and maintenance problems.</a:t>
            </a:r>
          </a:p>
          <a:p>
            <a:pPr marL="342900" lvl="0" indent="-342900">
              <a:lnSpc>
                <a:spcPct val="90000"/>
              </a:lnSpc>
              <a:buFont typeface="Arial" panose="020B0604020202020204" pitchFamily="34" charset="0"/>
              <a:buChar char="•"/>
            </a:pPr>
            <a:r>
              <a:rPr lang="en-US" sz="1700">
                <a:solidFill>
                  <a:srgbClr val="FFFFFF"/>
                </a:solidFill>
              </a:rPr>
              <a:t>As applications grow, developers need strategies to manage increasingly complex data.</a:t>
            </a:r>
          </a:p>
          <a:p>
            <a:pPr marL="342900" lvl="0" indent="-342900">
              <a:lnSpc>
                <a:spcPct val="90000"/>
              </a:lnSpc>
              <a:buFont typeface="Arial" panose="020B0604020202020204" pitchFamily="34" charset="0"/>
              <a:buChar char="•"/>
            </a:pPr>
            <a:r>
              <a:rPr lang="en-US" sz="1700">
                <a:solidFill>
                  <a:srgbClr val="FFFFFF"/>
                </a:solidFill>
              </a:rPr>
              <a:t>Database decomposition and polyglot persistence are two approaches that help address these challenges.</a:t>
            </a:r>
          </a:p>
          <a:p>
            <a:pPr marL="342900" lvl="0" indent="-342900">
              <a:lnSpc>
                <a:spcPct val="90000"/>
              </a:lnSpc>
              <a:buFont typeface="Arial" panose="020B0604020202020204" pitchFamily="34" charset="0"/>
              <a:buChar char="•"/>
            </a:pPr>
            <a:r>
              <a:rPr lang="en-US" sz="1700">
                <a:solidFill>
                  <a:srgbClr val="FFFFFF"/>
                </a:solidFill>
              </a:rPr>
              <a:t>Both approaches support the development of scalable, reliable, and maintainable software systems.</a:t>
            </a:r>
          </a:p>
          <a:p>
            <a:pPr>
              <a:lnSpc>
                <a:spcPct val="90000"/>
              </a:lnSpc>
            </a:pPr>
            <a:endParaRPr lang="en-US" sz="1700">
              <a:solidFill>
                <a:srgbClr val="FFFFFF"/>
              </a:solidFill>
            </a:endParaRPr>
          </a:p>
        </p:txBody>
      </p:sp>
    </p:spTree>
    <p:extLst>
      <p:ext uri="{BB962C8B-B14F-4D97-AF65-F5344CB8AC3E}">
        <p14:creationId xmlns:p14="http://schemas.microsoft.com/office/powerpoint/2010/main" val="78250536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FF9CC9-AE35-F489-D571-1FC9AE3F4608}"/>
              </a:ext>
            </a:extLst>
          </p:cNvPr>
          <p:cNvSpPr>
            <a:spLocks noGrp="1"/>
          </p:cNvSpPr>
          <p:nvPr>
            <p:ph type="title"/>
          </p:nvPr>
        </p:nvSpPr>
        <p:spPr>
          <a:xfrm>
            <a:off x="648930" y="629266"/>
            <a:ext cx="6188190" cy="1622321"/>
          </a:xfrm>
        </p:spPr>
        <p:txBody>
          <a:bodyPr>
            <a:normAutofit/>
          </a:bodyPr>
          <a:lstStyle/>
          <a:p>
            <a:pPr>
              <a:lnSpc>
                <a:spcPct val="90000"/>
              </a:lnSpc>
            </a:pPr>
            <a:r>
              <a:rPr lang="en-US" sz="3600" b="1">
                <a:solidFill>
                  <a:srgbClr val="EBEBEB"/>
                </a:solidFill>
              </a:rPr>
              <a:t>What Is Database Decomposition?</a:t>
            </a:r>
            <a:br>
              <a:rPr lang="en-US" sz="3600" b="1">
                <a:solidFill>
                  <a:srgbClr val="EBEBEB"/>
                </a:solidFill>
              </a:rPr>
            </a:br>
            <a:endParaRPr lang="en-US" sz="3600">
              <a:solidFill>
                <a:srgbClr val="EBEBEB"/>
              </a:solidFill>
            </a:endParaRPr>
          </a:p>
        </p:txBody>
      </p:sp>
      <p:sp>
        <p:nvSpPr>
          <p:cNvPr id="3" name="Content Placeholder 2">
            <a:extLst>
              <a:ext uri="{FF2B5EF4-FFF2-40B4-BE49-F238E27FC236}">
                <a16:creationId xmlns:a16="http://schemas.microsoft.com/office/drawing/2014/main" id="{350819F9-9027-0822-5A82-BE24DED979FF}"/>
              </a:ext>
            </a:extLst>
          </p:cNvPr>
          <p:cNvSpPr>
            <a:spLocks noGrp="1"/>
          </p:cNvSpPr>
          <p:nvPr>
            <p:ph idx="1"/>
          </p:nvPr>
        </p:nvSpPr>
        <p:spPr>
          <a:xfrm>
            <a:off x="648930" y="2438400"/>
            <a:ext cx="6188189" cy="3785419"/>
          </a:xfrm>
        </p:spPr>
        <p:txBody>
          <a:bodyPr>
            <a:normAutofit/>
          </a:bodyPr>
          <a:lstStyle/>
          <a:p>
            <a:pPr marL="342900" lvl="0" indent="-342900">
              <a:lnSpc>
                <a:spcPct val="90000"/>
              </a:lnSpc>
              <a:buFont typeface="Arial" panose="020B0604020202020204" pitchFamily="34" charset="0"/>
              <a:buChar char="•"/>
            </a:pPr>
            <a:r>
              <a:rPr lang="en-US" sz="1700">
                <a:solidFill>
                  <a:srgbClr val="FFFFFF"/>
                </a:solidFill>
              </a:rPr>
              <a:t>Database decomposition is the process of dividing a large relational database table into smaller, related tables.</a:t>
            </a:r>
          </a:p>
          <a:p>
            <a:pPr marL="342900" lvl="0" indent="-342900">
              <a:lnSpc>
                <a:spcPct val="90000"/>
              </a:lnSpc>
              <a:buFont typeface="Arial" panose="020B0604020202020204" pitchFamily="34" charset="0"/>
              <a:buChar char="•"/>
            </a:pPr>
            <a:r>
              <a:rPr lang="en-US" sz="1700">
                <a:solidFill>
                  <a:srgbClr val="FFFFFF"/>
                </a:solidFill>
              </a:rPr>
              <a:t>It is commonly performed during database normalization to improve data organization and reduce redundancy.</a:t>
            </a:r>
          </a:p>
          <a:p>
            <a:pPr marL="342900" lvl="0" indent="-342900">
              <a:lnSpc>
                <a:spcPct val="90000"/>
              </a:lnSpc>
              <a:buFont typeface="Arial" panose="020B0604020202020204" pitchFamily="34" charset="0"/>
              <a:buChar char="•"/>
            </a:pPr>
            <a:r>
              <a:rPr lang="en-US" sz="1700">
                <a:solidFill>
                  <a:srgbClr val="FFFFFF"/>
                </a:solidFill>
              </a:rPr>
              <a:t>Relationships between the resulting tables are maintained through primary keys and foreign keys.</a:t>
            </a:r>
          </a:p>
          <a:p>
            <a:pPr marL="342900" lvl="0" indent="-342900">
              <a:lnSpc>
                <a:spcPct val="90000"/>
              </a:lnSpc>
              <a:buFont typeface="Arial" panose="020B0604020202020204" pitchFamily="34" charset="0"/>
              <a:buChar char="•"/>
            </a:pPr>
            <a:r>
              <a:rPr lang="en-US" sz="1700">
                <a:solidFill>
                  <a:srgbClr val="FFFFFF"/>
                </a:solidFill>
              </a:rPr>
              <a:t>A good decomposition should be lossless, meaning the original information can be reconstructed by joining the tables.</a:t>
            </a:r>
          </a:p>
          <a:p>
            <a:pPr marL="342900" lvl="0" indent="-342900">
              <a:lnSpc>
                <a:spcPct val="90000"/>
              </a:lnSpc>
              <a:buFont typeface="Arial" panose="020B0604020202020204" pitchFamily="34" charset="0"/>
              <a:buChar char="•"/>
            </a:pPr>
            <a:r>
              <a:rPr lang="en-US" sz="1700">
                <a:solidFill>
                  <a:srgbClr val="FFFFFF"/>
                </a:solidFill>
              </a:rPr>
              <a:t>The goal is to improve data integrity without losing important relationships.</a:t>
            </a:r>
          </a:p>
          <a:p>
            <a:pPr>
              <a:lnSpc>
                <a:spcPct val="90000"/>
              </a:lnSpc>
            </a:pPr>
            <a:endParaRPr lang="en-US" sz="1700">
              <a:solidFill>
                <a:srgbClr val="FFFFFF"/>
              </a:solidFill>
            </a:endParaRP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Top view of cubes connected with black lines">
            <a:extLst>
              <a:ext uri="{FF2B5EF4-FFF2-40B4-BE49-F238E27FC236}">
                <a16:creationId xmlns:a16="http://schemas.microsoft.com/office/drawing/2014/main" id="{8299489C-78D5-14CA-8B0F-319A421EE7B8}"/>
              </a:ext>
            </a:extLst>
          </p:cNvPr>
          <p:cNvPicPr>
            <a:picLocks noChangeAspect="1"/>
          </p:cNvPicPr>
          <p:nvPr/>
        </p:nvPicPr>
        <p:blipFill>
          <a:blip r:embed="rId4"/>
          <a:srcRect l="27822" r="17900"/>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1638876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D063B-8EEF-EB66-C8E6-5CE1491E947F}"/>
              </a:ext>
            </a:extLst>
          </p:cNvPr>
          <p:cNvSpPr>
            <a:spLocks noGrp="1"/>
          </p:cNvSpPr>
          <p:nvPr>
            <p:ph type="title"/>
          </p:nvPr>
        </p:nvSpPr>
        <p:spPr>
          <a:xfrm>
            <a:off x="650668" y="629266"/>
            <a:ext cx="6249784" cy="1641986"/>
          </a:xfrm>
        </p:spPr>
        <p:txBody>
          <a:bodyPr>
            <a:normAutofit/>
          </a:bodyPr>
          <a:lstStyle/>
          <a:p>
            <a:pPr>
              <a:lnSpc>
                <a:spcPct val="90000"/>
              </a:lnSpc>
            </a:pPr>
            <a:r>
              <a:rPr lang="en-US" sz="3600"/>
              <a:t>Why Do We Use Database Decomposition?</a:t>
            </a:r>
          </a:p>
        </p:txBody>
      </p:sp>
      <p:pic>
        <p:nvPicPr>
          <p:cNvPr id="5" name="Picture 4" descr="Top view of cubes connected with black lines">
            <a:extLst>
              <a:ext uri="{FF2B5EF4-FFF2-40B4-BE49-F238E27FC236}">
                <a16:creationId xmlns:a16="http://schemas.microsoft.com/office/drawing/2014/main" id="{82BCF430-F02B-0D58-D366-86748CAD1548}"/>
              </a:ext>
            </a:extLst>
          </p:cNvPr>
          <p:cNvPicPr>
            <a:picLocks noChangeAspect="1"/>
          </p:cNvPicPr>
          <p:nvPr/>
        </p:nvPicPr>
        <p:blipFill>
          <a:blip r:embed="rId4"/>
          <a:srcRect l="29553" r="19631"/>
          <a:stretch>
            <a:fillRect/>
          </a:stretch>
        </p:blipFill>
        <p:spPr>
          <a:xfrm>
            <a:off x="7548152" y="10"/>
            <a:ext cx="4646658" cy="6857990"/>
          </a:xfrm>
          <a:prstGeom prst="rect">
            <a:avLst/>
          </a:prstGeom>
        </p:spPr>
      </p:pic>
      <p:sp>
        <p:nvSpPr>
          <p:cNvPr id="9" name="Rectangle 8">
            <a:extLst>
              <a:ext uri="{FF2B5EF4-FFF2-40B4-BE49-F238E27FC236}">
                <a16:creationId xmlns:a16="http://schemas.microsoft.com/office/drawing/2014/main" id="{4554089D-779D-46F6-81CB-EA9C12693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D02807CC-7A22-D7C7-7A2E-1896999952CA}"/>
              </a:ext>
            </a:extLst>
          </p:cNvPr>
          <p:cNvSpPr>
            <a:spLocks noGrp="1"/>
          </p:cNvSpPr>
          <p:nvPr>
            <p:ph idx="1"/>
          </p:nvPr>
        </p:nvSpPr>
        <p:spPr>
          <a:xfrm>
            <a:off x="650668" y="2438400"/>
            <a:ext cx="6249784" cy="3809999"/>
          </a:xfrm>
        </p:spPr>
        <p:txBody>
          <a:bodyPr>
            <a:normAutofit/>
          </a:bodyPr>
          <a:lstStyle/>
          <a:p>
            <a:pPr>
              <a:lnSpc>
                <a:spcPct val="90000"/>
              </a:lnSpc>
            </a:pPr>
            <a:r>
              <a:rPr lang="en-US" dirty="0"/>
              <a:t>Reduce Redundancy: Prevent repeated information from being stored unnecessarily.</a:t>
            </a:r>
            <a:endParaRPr lang="en-US"/>
          </a:p>
          <a:p>
            <a:pPr>
              <a:lnSpc>
                <a:spcPct val="90000"/>
              </a:lnSpc>
            </a:pPr>
            <a:r>
              <a:rPr lang="en-US" dirty="0"/>
              <a:t>Improve Data Integrity: Help keep records accurate and consistent.</a:t>
            </a:r>
            <a:endParaRPr lang="en-US"/>
          </a:p>
          <a:p>
            <a:pPr>
              <a:lnSpc>
                <a:spcPct val="90000"/>
              </a:lnSpc>
            </a:pPr>
            <a:r>
              <a:rPr lang="en-US" dirty="0"/>
              <a:t>Prevent Update Anomalies: Reduce problems when inserting, updating, or deleting records.</a:t>
            </a:r>
            <a:endParaRPr lang="en-US"/>
          </a:p>
          <a:p>
            <a:pPr>
              <a:lnSpc>
                <a:spcPct val="90000"/>
              </a:lnSpc>
            </a:pPr>
            <a:r>
              <a:rPr lang="en-US" dirty="0"/>
              <a:t>Simplify Maintenance: Make it easier to manage individual tables and relationships.</a:t>
            </a:r>
            <a:endParaRPr lang="en-US"/>
          </a:p>
          <a:p>
            <a:pPr>
              <a:lnSpc>
                <a:spcPct val="90000"/>
              </a:lnSpc>
            </a:pPr>
            <a:r>
              <a:rPr lang="en-US" dirty="0"/>
              <a:t>Support Normalization: Organize relational data according to database design principles such as First, Second, and Third Normal Form.</a:t>
            </a:r>
            <a:endParaRPr lang="en-US"/>
          </a:p>
          <a:p>
            <a:pPr>
              <a:lnSpc>
                <a:spcPct val="90000"/>
              </a:lnSpc>
            </a:pPr>
            <a:endParaRPr lang="en-US"/>
          </a:p>
        </p:txBody>
      </p:sp>
    </p:spTree>
    <p:extLst>
      <p:ext uri="{BB962C8B-B14F-4D97-AF65-F5344CB8AC3E}">
        <p14:creationId xmlns:p14="http://schemas.microsoft.com/office/powerpoint/2010/main" val="3962411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5F6E-082B-66AA-E363-4DE7DD8E3414}"/>
              </a:ext>
            </a:extLst>
          </p:cNvPr>
          <p:cNvSpPr>
            <a:spLocks noGrp="1"/>
          </p:cNvSpPr>
          <p:nvPr>
            <p:ph type="title"/>
          </p:nvPr>
        </p:nvSpPr>
        <p:spPr>
          <a:xfrm>
            <a:off x="646111" y="452718"/>
            <a:ext cx="9404723" cy="1400530"/>
          </a:xfrm>
        </p:spPr>
        <p:txBody>
          <a:bodyPr>
            <a:normAutofit/>
          </a:bodyPr>
          <a:lstStyle/>
          <a:p>
            <a:r>
              <a:rPr lang="en-US"/>
              <a:t>Understanding Database Normalization</a:t>
            </a:r>
          </a:p>
        </p:txBody>
      </p:sp>
      <p:sp>
        <p:nvSpPr>
          <p:cNvPr id="3" name="Content Placeholder 2">
            <a:extLst>
              <a:ext uri="{FF2B5EF4-FFF2-40B4-BE49-F238E27FC236}">
                <a16:creationId xmlns:a16="http://schemas.microsoft.com/office/drawing/2014/main" id="{D6853191-A395-8C3F-532F-6E6977965979}"/>
              </a:ext>
            </a:extLst>
          </p:cNvPr>
          <p:cNvSpPr>
            <a:spLocks noGrp="1"/>
          </p:cNvSpPr>
          <p:nvPr>
            <p:ph idx="1"/>
          </p:nvPr>
        </p:nvSpPr>
        <p:spPr>
          <a:xfrm>
            <a:off x="1103312" y="2052918"/>
            <a:ext cx="8946541" cy="4195481"/>
          </a:xfrm>
        </p:spPr>
        <p:txBody>
          <a:bodyPr>
            <a:normAutofit/>
          </a:bodyPr>
          <a:lstStyle/>
          <a:p>
            <a:pPr lvl="0">
              <a:lnSpc>
                <a:spcPct val="90000"/>
              </a:lnSpc>
            </a:pPr>
            <a:r>
              <a:rPr lang="en-US" dirty="0"/>
              <a:t>Database normalization is the process of organizing relational data to reduce redundancy and improve data integrity.</a:t>
            </a:r>
          </a:p>
          <a:p>
            <a:pPr lvl="0">
              <a:lnSpc>
                <a:spcPct val="90000"/>
              </a:lnSpc>
            </a:pPr>
            <a:r>
              <a:rPr lang="en-US" b="1" dirty="0"/>
              <a:t>First Normal Form (1NF):</a:t>
            </a:r>
            <a:r>
              <a:rPr lang="en-US" dirty="0"/>
              <a:t> Requires each field to contain a single value and each record to be uniquely identifiable.</a:t>
            </a:r>
          </a:p>
          <a:p>
            <a:pPr lvl="0">
              <a:lnSpc>
                <a:spcPct val="90000"/>
              </a:lnSpc>
            </a:pPr>
            <a:r>
              <a:rPr lang="en-US" b="1" dirty="0"/>
              <a:t>Second Normal Form (2NF):</a:t>
            </a:r>
            <a:r>
              <a:rPr lang="en-US" dirty="0"/>
              <a:t> Requires 1NF and removes partial dependencies on a composite primary key.</a:t>
            </a:r>
          </a:p>
          <a:p>
            <a:pPr lvl="0">
              <a:lnSpc>
                <a:spcPct val="90000"/>
              </a:lnSpc>
            </a:pPr>
            <a:r>
              <a:rPr lang="en-US" b="1" dirty="0"/>
              <a:t>Third Normal Form (3NF):</a:t>
            </a:r>
            <a:r>
              <a:rPr lang="en-US" dirty="0"/>
              <a:t> Requires 2NF and removes transitive dependencies of non-key attributes on a candidate key.</a:t>
            </a:r>
          </a:p>
          <a:p>
            <a:pPr lvl="0">
              <a:lnSpc>
                <a:spcPct val="90000"/>
              </a:lnSpc>
            </a:pPr>
            <a:r>
              <a:rPr lang="en-US" dirty="0"/>
              <a:t>Normalization often involves decomposing large tables into smaller, related tables.</a:t>
            </a:r>
          </a:p>
          <a:p>
            <a:pPr lvl="0">
              <a:lnSpc>
                <a:spcPct val="90000"/>
              </a:lnSpc>
            </a:pPr>
            <a:r>
              <a:rPr lang="en-US" dirty="0"/>
              <a:t>Proper normalization helps prevent insertion, update, and deletion anomalies.</a:t>
            </a:r>
          </a:p>
          <a:p>
            <a:pPr>
              <a:lnSpc>
                <a:spcPct val="90000"/>
              </a:lnSpc>
            </a:pPr>
            <a:endParaRPr lang="en-US" dirty="0"/>
          </a:p>
        </p:txBody>
      </p:sp>
    </p:spTree>
    <p:extLst>
      <p:ext uri="{BB962C8B-B14F-4D97-AF65-F5344CB8AC3E}">
        <p14:creationId xmlns:p14="http://schemas.microsoft.com/office/powerpoint/2010/main" val="1058683662"/>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3" name="Picture 42">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5" name="Oval 44">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7" name="Picture 46">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9" name="Picture 48">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51" name="Rectangle 50">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Rectangle 52">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645A24-65EA-6DA8-050F-E485799C340E}"/>
              </a:ext>
            </a:extLst>
          </p:cNvPr>
          <p:cNvSpPr>
            <a:spLocks noGrp="1"/>
          </p:cNvSpPr>
          <p:nvPr>
            <p:ph type="title"/>
          </p:nvPr>
        </p:nvSpPr>
        <p:spPr>
          <a:xfrm>
            <a:off x="8191925" y="1325880"/>
            <a:ext cx="3352375" cy="3066507"/>
          </a:xfrm>
        </p:spPr>
        <p:txBody>
          <a:bodyPr vert="horz" lIns="91440" tIns="45720" rIns="91440" bIns="45720" rtlCol="0" anchor="b">
            <a:normAutofit/>
          </a:bodyPr>
          <a:lstStyle/>
          <a:p>
            <a:pPr>
              <a:lnSpc>
                <a:spcPct val="90000"/>
              </a:lnSpc>
            </a:pPr>
            <a:r>
              <a:rPr lang="en-US" sz="3000" b="0" i="0" kern="1200">
                <a:solidFill>
                  <a:srgbClr val="EBEBEB"/>
                </a:solidFill>
                <a:latin typeface="+mj-lt"/>
                <a:ea typeface="+mj-ea"/>
                <a:cs typeface="+mj-cs"/>
              </a:rPr>
              <a:t>Database Decomposition Example</a:t>
            </a:r>
          </a:p>
        </p:txBody>
      </p:sp>
      <p:sp>
        <p:nvSpPr>
          <p:cNvPr id="55"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57" name="Freeform: Shape 56">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Rectangle 58">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Content Placeholder 6">
            <a:extLst>
              <a:ext uri="{FF2B5EF4-FFF2-40B4-BE49-F238E27FC236}">
                <a16:creationId xmlns:a16="http://schemas.microsoft.com/office/drawing/2014/main" id="{36EC3D40-5E7C-7C02-4554-E00D7CA464C7}"/>
              </a:ext>
            </a:extLst>
          </p:cNvPr>
          <p:cNvPicPr>
            <a:picLocks noGrp="1" noChangeAspect="1"/>
          </p:cNvPicPr>
          <p:nvPr>
            <p:ph sz="half" idx="1"/>
          </p:nvPr>
        </p:nvPicPr>
        <p:blipFill>
          <a:blip r:embed="rId7">
            <a:extLst>
              <a:ext uri="{28A0092B-C50C-407E-A947-70E740481C1C}">
                <a14:useLocalDpi xmlns:a14="http://schemas.microsoft.com/office/drawing/2010/main" val="0"/>
              </a:ext>
            </a:extLst>
          </a:blip>
          <a:stretch>
            <a:fillRect/>
          </a:stretch>
        </p:blipFill>
        <p:spPr>
          <a:xfrm>
            <a:off x="17783" y="892617"/>
            <a:ext cx="7445898" cy="4188316"/>
          </a:xfrm>
          <a:prstGeom prst="rect">
            <a:avLst/>
          </a:prstGeom>
          <a:effectLst/>
        </p:spPr>
      </p:pic>
      <p:sp>
        <p:nvSpPr>
          <p:cNvPr id="36" name="TextBox 35">
            <a:extLst>
              <a:ext uri="{FF2B5EF4-FFF2-40B4-BE49-F238E27FC236}">
                <a16:creationId xmlns:a16="http://schemas.microsoft.com/office/drawing/2014/main" id="{1F25CB79-AAC5-806F-4FFA-F4C32FBE6ADE}"/>
              </a:ext>
            </a:extLst>
          </p:cNvPr>
          <p:cNvSpPr txBox="1"/>
          <p:nvPr/>
        </p:nvSpPr>
        <p:spPr>
          <a:xfrm>
            <a:off x="648931" y="2438400"/>
            <a:ext cx="4166509" cy="3785419"/>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endParaRPr lang="en-US" dirty="0">
              <a:solidFill>
                <a:srgbClr val="EBEBEB"/>
              </a:solidFill>
              <a:latin typeface="+mj-lt"/>
              <a:ea typeface="+mj-ea"/>
              <a:cs typeface="+mj-cs"/>
            </a:endParaRPr>
          </a:p>
        </p:txBody>
      </p:sp>
    </p:spTree>
    <p:extLst>
      <p:ext uri="{BB962C8B-B14F-4D97-AF65-F5344CB8AC3E}">
        <p14:creationId xmlns:p14="http://schemas.microsoft.com/office/powerpoint/2010/main" val="138972403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F442A-EC01-BBED-8112-F84782318596}"/>
              </a:ext>
            </a:extLst>
          </p:cNvPr>
          <p:cNvSpPr>
            <a:spLocks noGrp="1"/>
          </p:cNvSpPr>
          <p:nvPr>
            <p:ph type="title"/>
          </p:nvPr>
        </p:nvSpPr>
        <p:spPr>
          <a:xfrm>
            <a:off x="648930" y="629266"/>
            <a:ext cx="9252154" cy="1223983"/>
          </a:xfrm>
        </p:spPr>
        <p:txBody>
          <a:bodyPr>
            <a:normAutofit/>
          </a:bodyPr>
          <a:lstStyle/>
          <a:p>
            <a:pPr>
              <a:lnSpc>
                <a:spcPct val="90000"/>
              </a:lnSpc>
            </a:pPr>
            <a:r>
              <a:rPr lang="en-US" sz="3900"/>
              <a:t>Primary Keys, Foreign Keys, and Relationships</a:t>
            </a:r>
          </a:p>
        </p:txBody>
      </p:sp>
      <p:sp>
        <p:nvSpPr>
          <p:cNvPr id="5" name="Content Placeholder 4">
            <a:extLst>
              <a:ext uri="{FF2B5EF4-FFF2-40B4-BE49-F238E27FC236}">
                <a16:creationId xmlns:a16="http://schemas.microsoft.com/office/drawing/2014/main" id="{9347FC5A-CC30-F8A5-1B2D-23DF37D5D4F9}"/>
              </a:ext>
            </a:extLst>
          </p:cNvPr>
          <p:cNvSpPr>
            <a:spLocks noGrp="1"/>
          </p:cNvSpPr>
          <p:nvPr>
            <p:ph idx="1"/>
          </p:nvPr>
        </p:nvSpPr>
        <p:spPr>
          <a:xfrm>
            <a:off x="1103311" y="2052214"/>
            <a:ext cx="4338409" cy="4196185"/>
          </a:xfrm>
        </p:spPr>
        <p:txBody>
          <a:bodyPr>
            <a:normAutofit/>
          </a:bodyPr>
          <a:lstStyle/>
          <a:p>
            <a:pPr>
              <a:lnSpc>
                <a:spcPct val="90000"/>
              </a:lnSpc>
            </a:pPr>
            <a:r>
              <a:rPr lang="en-US" sz="1400"/>
              <a:t>Primary Key: A column or combination of columns that uniquely identifies each record in a table.</a:t>
            </a:r>
          </a:p>
          <a:p>
            <a:pPr>
              <a:lnSpc>
                <a:spcPct val="90000"/>
              </a:lnSpc>
            </a:pPr>
            <a:r>
              <a:rPr lang="en-US" sz="1400"/>
              <a:t>Foreign Key: A column or combination of columns that references a key in another table.</a:t>
            </a:r>
          </a:p>
          <a:p>
            <a:pPr>
              <a:lnSpc>
                <a:spcPct val="90000"/>
              </a:lnSpc>
            </a:pPr>
            <a:r>
              <a:rPr lang="en-US" sz="1400"/>
              <a:t>One-to-Many Relationship: One customer can be associated with multiple orders.</a:t>
            </a:r>
          </a:p>
          <a:p>
            <a:pPr>
              <a:lnSpc>
                <a:spcPct val="90000"/>
              </a:lnSpc>
            </a:pPr>
            <a:r>
              <a:rPr lang="en-US" sz="1400"/>
              <a:t>Referential Integrity: Ensures that foreign key values reference valid records.</a:t>
            </a:r>
          </a:p>
          <a:p>
            <a:pPr>
              <a:lnSpc>
                <a:spcPct val="90000"/>
              </a:lnSpc>
            </a:pPr>
            <a:r>
              <a:rPr lang="en-US" sz="1400"/>
              <a:t>Primary and foreign keys help maintain connections between tables after database decomposition.</a:t>
            </a:r>
          </a:p>
          <a:p>
            <a:pPr>
              <a:lnSpc>
                <a:spcPct val="90000"/>
              </a:lnSpc>
            </a:pPr>
            <a:r>
              <a:rPr lang="en-US" sz="1400"/>
              <a:t>These relationships allow developers to retrieve information across multiple tables using SQL JOIN operations.</a:t>
            </a:r>
          </a:p>
          <a:p>
            <a:pPr>
              <a:lnSpc>
                <a:spcPct val="90000"/>
              </a:lnSpc>
            </a:pPr>
            <a:endParaRPr lang="en-US" sz="1400"/>
          </a:p>
        </p:txBody>
      </p:sp>
      <p:pic>
        <p:nvPicPr>
          <p:cNvPr id="15" name="Picture 14">
            <a:extLst>
              <a:ext uri="{FF2B5EF4-FFF2-40B4-BE49-F238E27FC236}">
                <a16:creationId xmlns:a16="http://schemas.microsoft.com/office/drawing/2014/main" id="{AC0E9EBF-5FFD-7E3A-BA15-7AD1424C9F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1916" y="2617036"/>
            <a:ext cx="5451627" cy="3066539"/>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1735040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2" name="Picture 3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3" name="Oval 3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4" name="Picture 33">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5" name="Picture 34">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6" name="Rectangle 35">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5A0DC4A-2DE9-FA49-6025-788230229D20}"/>
              </a:ext>
            </a:extLst>
          </p:cNvPr>
          <p:cNvSpPr>
            <a:spLocks noGrp="1"/>
          </p:cNvSpPr>
          <p:nvPr>
            <p:ph type="title"/>
          </p:nvPr>
        </p:nvSpPr>
        <p:spPr>
          <a:xfrm>
            <a:off x="648930" y="629267"/>
            <a:ext cx="9252154" cy="1016654"/>
          </a:xfrm>
        </p:spPr>
        <p:txBody>
          <a:bodyPr vert="horz" lIns="91440" tIns="45720" rIns="91440" bIns="45720" rtlCol="0">
            <a:normAutofit/>
          </a:bodyPr>
          <a:lstStyle/>
          <a:p>
            <a:pPr>
              <a:lnSpc>
                <a:spcPct val="90000"/>
              </a:lnSpc>
            </a:pPr>
            <a:r>
              <a:rPr lang="en-US" sz="3300" b="0" i="0" kern="1200">
                <a:solidFill>
                  <a:srgbClr val="EBEBEB"/>
                </a:solidFill>
                <a:latin typeface="+mj-lt"/>
                <a:ea typeface="+mj-ea"/>
                <a:cs typeface="+mj-cs"/>
              </a:rPr>
              <a:t>SQL Example: Joining Decomposed Tables</a:t>
            </a:r>
          </a:p>
        </p:txBody>
      </p:sp>
      <p:sp useBgFill="1">
        <p:nvSpPr>
          <p:cNvPr id="40" name="Freeform: Shape 39">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3" name="Content Placeholder 2">
            <a:extLst>
              <a:ext uri="{FF2B5EF4-FFF2-40B4-BE49-F238E27FC236}">
                <a16:creationId xmlns:a16="http://schemas.microsoft.com/office/drawing/2014/main" id="{A2342DCD-AAD8-2274-2B71-A6DA1FC69D3E}"/>
              </a:ext>
            </a:extLst>
          </p:cNvPr>
          <p:cNvSpPr>
            <a:spLocks noGrp="1"/>
          </p:cNvSpPr>
          <p:nvPr>
            <p:ph sz="half" idx="1"/>
          </p:nvPr>
        </p:nvSpPr>
        <p:spPr>
          <a:xfrm>
            <a:off x="648931" y="2548281"/>
            <a:ext cx="5122606" cy="3658689"/>
          </a:xfrm>
        </p:spPr>
        <p:txBody>
          <a:bodyPr vert="horz" lIns="91440" tIns="45720" rIns="91440" bIns="45720" rtlCol="0">
            <a:normAutofit/>
          </a:bodyPr>
          <a:lstStyle/>
          <a:p>
            <a:pPr lvl="0"/>
            <a:r>
              <a:rPr lang="en-US" sz="1600" dirty="0"/>
              <a:t>Decomposed data is stored in separate tables.</a:t>
            </a:r>
          </a:p>
          <a:p>
            <a:pPr lvl="0"/>
            <a:r>
              <a:rPr lang="en-US" sz="1600" dirty="0"/>
              <a:t>SQL </a:t>
            </a:r>
            <a:r>
              <a:rPr lang="en-US" dirty="0"/>
              <a:t>JOIN</a:t>
            </a:r>
            <a:r>
              <a:rPr lang="en-US" sz="1600" dirty="0"/>
              <a:t> combines related data.</a:t>
            </a:r>
          </a:p>
          <a:p>
            <a:pPr lvl="0"/>
            <a:r>
              <a:rPr lang="en-US" dirty="0"/>
              <a:t>INNER JOIN</a:t>
            </a:r>
            <a:r>
              <a:rPr lang="en-US" sz="1600" dirty="0"/>
              <a:t> returns matching records only.</a:t>
            </a:r>
          </a:p>
          <a:p>
            <a:pPr lvl="0"/>
            <a:r>
              <a:rPr lang="en-US" sz="1600" dirty="0"/>
              <a:t>Primary and foreign keys connect the tables.</a:t>
            </a:r>
          </a:p>
          <a:p>
            <a:pPr lvl="0"/>
            <a:r>
              <a:rPr lang="en-US" sz="1600" dirty="0"/>
              <a:t>A lossless join reconstructs the original data.</a:t>
            </a:r>
          </a:p>
          <a:p>
            <a:pPr>
              <a:lnSpc>
                <a:spcPct val="90000"/>
              </a:lnSpc>
            </a:pPr>
            <a:endParaRPr lang="en-US" sz="1700" dirty="0"/>
          </a:p>
        </p:txBody>
      </p:sp>
      <p:pic>
        <p:nvPicPr>
          <p:cNvPr id="6" name="Content Placeholder 5">
            <a:extLst>
              <a:ext uri="{FF2B5EF4-FFF2-40B4-BE49-F238E27FC236}">
                <a16:creationId xmlns:a16="http://schemas.microsoft.com/office/drawing/2014/main" id="{75ADB3F5-BA2B-5753-A494-3EBD9E900462}"/>
              </a:ext>
            </a:extLst>
          </p:cNvPr>
          <p:cNvPicPr>
            <a:picLocks noGrp="1" noChangeAspect="1"/>
          </p:cNvPicPr>
          <p:nvPr>
            <p:ph sz="half" idx="2"/>
          </p:nvPr>
        </p:nvPicPr>
        <p:blipFill>
          <a:blip r:embed="rId7">
            <a:extLst>
              <a:ext uri="{28A0092B-C50C-407E-A947-70E740481C1C}">
                <a14:useLocalDpi xmlns:a14="http://schemas.microsoft.com/office/drawing/2010/main" val="0"/>
              </a:ext>
            </a:extLst>
          </a:blip>
          <a:stretch>
            <a:fillRect/>
          </a:stretch>
        </p:blipFill>
        <p:spPr>
          <a:xfrm>
            <a:off x="6091916" y="2846020"/>
            <a:ext cx="5451627" cy="3066539"/>
          </a:xfrm>
          <a:prstGeom prst="rect">
            <a:avLst/>
          </a:prstGeom>
          <a:effectLst/>
        </p:spPr>
      </p:pic>
    </p:spTree>
    <p:extLst>
      <p:ext uri="{BB962C8B-B14F-4D97-AF65-F5344CB8AC3E}">
        <p14:creationId xmlns:p14="http://schemas.microsoft.com/office/powerpoint/2010/main" val="898473849"/>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BBC1-753C-DDE2-16BF-784B0A23CF8C}"/>
              </a:ext>
            </a:extLst>
          </p:cNvPr>
          <p:cNvSpPr>
            <a:spLocks noGrp="1"/>
          </p:cNvSpPr>
          <p:nvPr>
            <p:ph type="title"/>
          </p:nvPr>
        </p:nvSpPr>
        <p:spPr/>
        <p:txBody>
          <a:bodyPr/>
          <a:lstStyle/>
          <a:p>
            <a:r>
              <a:rPr lang="en-US" dirty="0"/>
              <a:t>Advantages and Disadvantages of Database Decomposition</a:t>
            </a:r>
          </a:p>
        </p:txBody>
      </p:sp>
      <p:graphicFrame>
        <p:nvGraphicFramePr>
          <p:cNvPr id="7" name="Content Placeholder 3">
            <a:extLst>
              <a:ext uri="{FF2B5EF4-FFF2-40B4-BE49-F238E27FC236}">
                <a16:creationId xmlns:a16="http://schemas.microsoft.com/office/drawing/2014/main" id="{6A00C728-5508-8BA6-4788-F2CB155B59E0}"/>
              </a:ext>
            </a:extLst>
          </p:cNvPr>
          <p:cNvGraphicFramePr>
            <a:graphicFrameLocks noGrp="1"/>
          </p:cNvGraphicFramePr>
          <p:nvPr>
            <p:ph sz="half" idx="1"/>
            <p:extLst>
              <p:ext uri="{D42A27DB-BD31-4B8C-83A1-F6EECF244321}">
                <p14:modId xmlns:p14="http://schemas.microsoft.com/office/powerpoint/2010/main" val="767630806"/>
              </p:ext>
            </p:extLst>
          </p:nvPr>
        </p:nvGraphicFramePr>
        <p:xfrm>
          <a:off x="1103312" y="2060575"/>
          <a:ext cx="4396339" cy="4195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a:extLst>
              <a:ext uri="{FF2B5EF4-FFF2-40B4-BE49-F238E27FC236}">
                <a16:creationId xmlns:a16="http://schemas.microsoft.com/office/drawing/2014/main" id="{4A2E96CF-53B8-6A25-A6B9-736112C83EE0}"/>
              </a:ext>
            </a:extLst>
          </p:cNvPr>
          <p:cNvSpPr>
            <a:spLocks noGrp="1"/>
          </p:cNvSpPr>
          <p:nvPr>
            <p:ph sz="half" idx="2"/>
          </p:nvPr>
        </p:nvSpPr>
        <p:spPr/>
        <p:txBody>
          <a:bodyPr/>
          <a:lstStyle/>
          <a:p>
            <a:r>
              <a:rPr lang="en-US" dirty="0"/>
              <a:t>Disadvantages</a:t>
            </a:r>
          </a:p>
          <a:p>
            <a:pPr lvl="0"/>
            <a:r>
              <a:rPr lang="en-US" dirty="0"/>
              <a:t>Additional SQL JOINs</a:t>
            </a:r>
          </a:p>
          <a:p>
            <a:pPr lvl="0"/>
            <a:r>
              <a:rPr lang="en-US" dirty="0"/>
              <a:t>More Complex Queries</a:t>
            </a:r>
          </a:p>
          <a:p>
            <a:pPr lvl="0"/>
            <a:r>
              <a:rPr lang="en-US" dirty="0"/>
              <a:t>Possible Information Loss</a:t>
            </a:r>
          </a:p>
          <a:p>
            <a:pPr lvl="0"/>
            <a:r>
              <a:rPr lang="en-US" dirty="0"/>
              <a:t>Additional Design Planning</a:t>
            </a:r>
          </a:p>
          <a:p>
            <a:pPr lvl="0"/>
            <a:r>
              <a:rPr lang="en-US" dirty="0"/>
              <a:t>Potential Performance Tradeoffs</a:t>
            </a:r>
          </a:p>
          <a:p>
            <a:endParaRPr lang="en-US" dirty="0"/>
          </a:p>
        </p:txBody>
      </p:sp>
    </p:spTree>
    <p:extLst>
      <p:ext uri="{BB962C8B-B14F-4D97-AF65-F5344CB8AC3E}">
        <p14:creationId xmlns:p14="http://schemas.microsoft.com/office/powerpoint/2010/main" val="903033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F7A8D-F4EF-45F7-D7BC-008902555434}"/>
              </a:ext>
            </a:extLst>
          </p:cNvPr>
          <p:cNvSpPr>
            <a:spLocks noGrp="1"/>
          </p:cNvSpPr>
          <p:nvPr>
            <p:ph type="title"/>
          </p:nvPr>
        </p:nvSpPr>
        <p:spPr>
          <a:xfrm>
            <a:off x="650668" y="629266"/>
            <a:ext cx="6249784" cy="1641986"/>
          </a:xfrm>
        </p:spPr>
        <p:txBody>
          <a:bodyPr>
            <a:normAutofit/>
          </a:bodyPr>
          <a:lstStyle/>
          <a:p>
            <a:r>
              <a:rPr lang="en-US" dirty="0"/>
              <a:t>What Is Polyglot Persistence?</a:t>
            </a:r>
          </a:p>
        </p:txBody>
      </p:sp>
      <p:pic>
        <p:nvPicPr>
          <p:cNvPr id="5" name="Picture 4" descr="Top view of cubes connected with black lines">
            <a:extLst>
              <a:ext uri="{FF2B5EF4-FFF2-40B4-BE49-F238E27FC236}">
                <a16:creationId xmlns:a16="http://schemas.microsoft.com/office/drawing/2014/main" id="{296BCB93-A6D2-23AD-5CF5-396C752EF419}"/>
              </a:ext>
            </a:extLst>
          </p:cNvPr>
          <p:cNvPicPr>
            <a:picLocks noChangeAspect="1"/>
          </p:cNvPicPr>
          <p:nvPr/>
        </p:nvPicPr>
        <p:blipFill>
          <a:blip r:embed="rId4"/>
          <a:srcRect l="29553" r="19631"/>
          <a:stretch>
            <a:fillRect/>
          </a:stretch>
        </p:blipFill>
        <p:spPr>
          <a:xfrm>
            <a:off x="7548152" y="10"/>
            <a:ext cx="4646658" cy="6857990"/>
          </a:xfrm>
          <a:prstGeom prst="rect">
            <a:avLst/>
          </a:prstGeom>
        </p:spPr>
      </p:pic>
      <p:sp>
        <p:nvSpPr>
          <p:cNvPr id="9" name="Rectangle 8">
            <a:extLst>
              <a:ext uri="{FF2B5EF4-FFF2-40B4-BE49-F238E27FC236}">
                <a16:creationId xmlns:a16="http://schemas.microsoft.com/office/drawing/2014/main" id="{4554089D-779D-46F6-81CB-EA9C12693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71928D66-C785-8474-AD40-C0440AB596ED}"/>
              </a:ext>
            </a:extLst>
          </p:cNvPr>
          <p:cNvSpPr>
            <a:spLocks noGrp="1"/>
          </p:cNvSpPr>
          <p:nvPr>
            <p:ph idx="1"/>
          </p:nvPr>
        </p:nvSpPr>
        <p:spPr>
          <a:xfrm>
            <a:off x="650668" y="2438400"/>
            <a:ext cx="6249784" cy="3809999"/>
          </a:xfrm>
        </p:spPr>
        <p:txBody>
          <a:bodyPr>
            <a:normAutofit/>
          </a:bodyPr>
          <a:lstStyle/>
          <a:p>
            <a:pPr>
              <a:lnSpc>
                <a:spcPct val="90000"/>
              </a:lnSpc>
            </a:pPr>
            <a:r>
              <a:rPr lang="en-US" sz="1900"/>
              <a:t>Polyglot persistence is the practice of using multiple database technologies within the same application or software system.</a:t>
            </a:r>
          </a:p>
          <a:p>
            <a:pPr>
              <a:lnSpc>
                <a:spcPct val="90000"/>
              </a:lnSpc>
            </a:pPr>
            <a:r>
              <a:rPr lang="en-US" sz="1900"/>
              <a:t>Instead of relying on one database for everything, developers select databases based on specific data requirements.</a:t>
            </a:r>
          </a:p>
          <a:p>
            <a:pPr>
              <a:lnSpc>
                <a:spcPct val="90000"/>
              </a:lnSpc>
            </a:pPr>
            <a:r>
              <a:rPr lang="en-US" sz="1900"/>
              <a:t>Different database systems are optimized for different workloads and data structures.</a:t>
            </a:r>
          </a:p>
          <a:p>
            <a:pPr>
              <a:lnSpc>
                <a:spcPct val="90000"/>
              </a:lnSpc>
            </a:pPr>
            <a:r>
              <a:rPr lang="en-US" sz="1900"/>
              <a:t>Relational databases, document databases, and key-value stores can operate together.</a:t>
            </a:r>
          </a:p>
          <a:p>
            <a:pPr>
              <a:lnSpc>
                <a:spcPct val="90000"/>
              </a:lnSpc>
            </a:pPr>
            <a:r>
              <a:rPr lang="en-US" sz="1900"/>
              <a:t>Polyglot persistence is commonly associated with microservices and distributed applications.</a:t>
            </a:r>
          </a:p>
          <a:p>
            <a:pPr>
              <a:lnSpc>
                <a:spcPct val="90000"/>
              </a:lnSpc>
            </a:pPr>
            <a:endParaRPr lang="en-US" sz="1900"/>
          </a:p>
        </p:txBody>
      </p:sp>
    </p:spTree>
    <p:extLst>
      <p:ext uri="{BB962C8B-B14F-4D97-AF65-F5344CB8AC3E}">
        <p14:creationId xmlns:p14="http://schemas.microsoft.com/office/powerpoint/2010/main" val="2707850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6282C7B-3DEE-89DB-114D-451624AD80E4}"/>
              </a:ext>
            </a:extLst>
          </p:cNvPr>
          <p:cNvSpPr>
            <a:spLocks noGrp="1"/>
          </p:cNvSpPr>
          <p:nvPr>
            <p:ph type="title"/>
          </p:nvPr>
        </p:nvSpPr>
        <p:spPr>
          <a:xfrm>
            <a:off x="648930" y="629266"/>
            <a:ext cx="9252154" cy="1223983"/>
          </a:xfrm>
        </p:spPr>
        <p:txBody>
          <a:bodyPr vert="horz" lIns="91440" tIns="45720" rIns="91440" bIns="45720" rtlCol="0">
            <a:normAutofit/>
          </a:bodyPr>
          <a:lstStyle/>
          <a:p>
            <a:r>
              <a:rPr lang="en-US" b="0" i="0" kern="1200" dirty="0">
                <a:solidFill>
                  <a:schemeClr val="tx2"/>
                </a:solidFill>
                <a:latin typeface="+mj-lt"/>
                <a:ea typeface="+mj-ea"/>
                <a:cs typeface="+mj-cs"/>
              </a:rPr>
              <a:t>Polyglot Persistence Architecture</a:t>
            </a:r>
          </a:p>
        </p:txBody>
      </p:sp>
      <p:sp>
        <p:nvSpPr>
          <p:cNvPr id="3" name="Content Placeholder 2">
            <a:extLst>
              <a:ext uri="{FF2B5EF4-FFF2-40B4-BE49-F238E27FC236}">
                <a16:creationId xmlns:a16="http://schemas.microsoft.com/office/drawing/2014/main" id="{6B2E9ABF-FBCC-5068-AF71-144EF45BFD40}"/>
              </a:ext>
            </a:extLst>
          </p:cNvPr>
          <p:cNvSpPr>
            <a:spLocks noGrp="1"/>
          </p:cNvSpPr>
          <p:nvPr>
            <p:ph sz="half" idx="1"/>
          </p:nvPr>
        </p:nvSpPr>
        <p:spPr>
          <a:xfrm>
            <a:off x="1103311" y="2052214"/>
            <a:ext cx="4338409" cy="4196185"/>
          </a:xfrm>
        </p:spPr>
        <p:txBody>
          <a:bodyPr vert="horz" lIns="91440" tIns="45720" rIns="91440" bIns="45720" rtlCol="0">
            <a:normAutofit/>
          </a:bodyPr>
          <a:lstStyle/>
          <a:p>
            <a:pPr lvl="0"/>
            <a:r>
              <a:rPr lang="en-US" sz="1400" dirty="0"/>
              <a:t>Polyglot persistence uses multiple database technologies.</a:t>
            </a:r>
          </a:p>
          <a:p>
            <a:pPr lvl="0"/>
            <a:r>
              <a:rPr lang="en-US" sz="1400" b="1" dirty="0"/>
              <a:t>MySQL:</a:t>
            </a:r>
            <a:r>
              <a:rPr lang="en-US" sz="1400" dirty="0"/>
              <a:t> Manages customers, orders, and transactions.</a:t>
            </a:r>
          </a:p>
          <a:p>
            <a:pPr lvl="0"/>
            <a:r>
              <a:rPr lang="en-US" sz="1400" b="1" dirty="0"/>
              <a:t>MongoDB:</a:t>
            </a:r>
            <a:r>
              <a:rPr lang="en-US" sz="1400" dirty="0"/>
              <a:t> Stores flexible product information.</a:t>
            </a:r>
          </a:p>
          <a:p>
            <a:pPr lvl="0"/>
            <a:r>
              <a:rPr lang="en-US" sz="1400" b="1" dirty="0"/>
              <a:t>Redis:</a:t>
            </a:r>
            <a:r>
              <a:rPr lang="en-US" sz="1400" dirty="0"/>
              <a:t> Caches frequently accessed data.</a:t>
            </a:r>
          </a:p>
          <a:p>
            <a:pPr lvl="0"/>
            <a:r>
              <a:rPr lang="en-US" sz="1400" dirty="0"/>
              <a:t>Each database serves a different application requirement.</a:t>
            </a:r>
          </a:p>
          <a:p>
            <a:pPr lvl="0"/>
            <a:r>
              <a:rPr lang="en-US" sz="1400" dirty="0"/>
              <a:t>Services and APIs help coordinate information.</a:t>
            </a:r>
          </a:p>
          <a:p>
            <a:pPr>
              <a:lnSpc>
                <a:spcPct val="90000"/>
              </a:lnSpc>
            </a:pPr>
            <a:endParaRPr lang="en-US" sz="1300" dirty="0"/>
          </a:p>
        </p:txBody>
      </p:sp>
      <p:pic>
        <p:nvPicPr>
          <p:cNvPr id="6" name="Content Placeholder 5">
            <a:extLst>
              <a:ext uri="{FF2B5EF4-FFF2-40B4-BE49-F238E27FC236}">
                <a16:creationId xmlns:a16="http://schemas.microsoft.com/office/drawing/2014/main" id="{8609A3AF-164C-6A8C-93C6-6CD9D9C18F37}"/>
              </a:ext>
            </a:extLst>
          </p:cNvPr>
          <p:cNvPicPr>
            <a:picLocks noGrp="1" noChangeAspect="1"/>
          </p:cNvPicPr>
          <p:nvPr>
            <p:ph sz="half" idx="2"/>
          </p:nvPr>
        </p:nvPicPr>
        <p:blipFill>
          <a:blip r:embed="rId8">
            <a:extLst>
              <a:ext uri="{28A0092B-C50C-407E-A947-70E740481C1C}">
                <a14:useLocalDpi xmlns:a14="http://schemas.microsoft.com/office/drawing/2010/main" val="0"/>
              </a:ext>
            </a:extLst>
          </a:blip>
          <a:stretch>
            <a:fillRect/>
          </a:stretch>
        </p:blipFill>
        <p:spPr>
          <a:xfrm>
            <a:off x="6091916" y="2617036"/>
            <a:ext cx="5451627" cy="3066539"/>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865887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C28C0D-CF56-0197-466B-7D34F98B0648}"/>
              </a:ext>
            </a:extLst>
          </p:cNvPr>
          <p:cNvSpPr>
            <a:spLocks noGrp="1"/>
          </p:cNvSpPr>
          <p:nvPr>
            <p:ph type="title"/>
          </p:nvPr>
        </p:nvSpPr>
        <p:spPr>
          <a:xfrm>
            <a:off x="648930" y="629266"/>
            <a:ext cx="6188190" cy="1622321"/>
          </a:xfrm>
        </p:spPr>
        <p:txBody>
          <a:bodyPr>
            <a:normAutofit/>
          </a:bodyPr>
          <a:lstStyle/>
          <a:p>
            <a:r>
              <a:rPr lang="en-US">
                <a:solidFill>
                  <a:srgbClr val="EBEBEB"/>
                </a:solidFill>
              </a:rPr>
              <a:t>Why Do We Use Polyglot Persistence?</a:t>
            </a:r>
          </a:p>
        </p:txBody>
      </p:sp>
      <p:sp>
        <p:nvSpPr>
          <p:cNvPr id="3" name="Content Placeholder 2">
            <a:extLst>
              <a:ext uri="{FF2B5EF4-FFF2-40B4-BE49-F238E27FC236}">
                <a16:creationId xmlns:a16="http://schemas.microsoft.com/office/drawing/2014/main" id="{9A193C1F-934D-EF62-0FE4-352F8CE6B5F6}"/>
              </a:ext>
            </a:extLst>
          </p:cNvPr>
          <p:cNvSpPr>
            <a:spLocks noGrp="1"/>
          </p:cNvSpPr>
          <p:nvPr>
            <p:ph idx="1"/>
          </p:nvPr>
        </p:nvSpPr>
        <p:spPr>
          <a:xfrm>
            <a:off x="648930" y="2438400"/>
            <a:ext cx="6188189" cy="3785419"/>
          </a:xfrm>
        </p:spPr>
        <p:txBody>
          <a:bodyPr>
            <a:normAutofit/>
          </a:bodyPr>
          <a:lstStyle/>
          <a:p>
            <a:pPr>
              <a:lnSpc>
                <a:spcPct val="90000"/>
              </a:lnSpc>
            </a:pPr>
            <a:r>
              <a:rPr lang="en-US" sz="1700">
                <a:solidFill>
                  <a:srgbClr val="FFFFFF"/>
                </a:solidFill>
              </a:rPr>
              <a:t>Performance: Choose database technologies suited to particular workloads.</a:t>
            </a:r>
          </a:p>
          <a:p>
            <a:pPr>
              <a:lnSpc>
                <a:spcPct val="90000"/>
              </a:lnSpc>
            </a:pPr>
            <a:r>
              <a:rPr lang="en-US" sz="1700">
                <a:solidFill>
                  <a:srgbClr val="FFFFFF"/>
                </a:solidFill>
              </a:rPr>
              <a:t>Scalability: Scale individual data services according to demand.</a:t>
            </a:r>
          </a:p>
          <a:p>
            <a:pPr>
              <a:lnSpc>
                <a:spcPct val="90000"/>
              </a:lnSpc>
            </a:pPr>
            <a:r>
              <a:rPr lang="en-US" sz="1700">
                <a:solidFill>
                  <a:srgbClr val="FFFFFF"/>
                </a:solidFill>
              </a:rPr>
              <a:t>Flexibility: Support structured, semi-structured, and unstructured data.</a:t>
            </a:r>
          </a:p>
          <a:p>
            <a:pPr>
              <a:lnSpc>
                <a:spcPct val="90000"/>
              </a:lnSpc>
            </a:pPr>
            <a:r>
              <a:rPr lang="en-US" sz="1700">
                <a:solidFill>
                  <a:srgbClr val="FFFFFF"/>
                </a:solidFill>
              </a:rPr>
              <a:t>Specialization: Use databases designed for specific operations, such as caching or full-text search.</a:t>
            </a:r>
          </a:p>
          <a:p>
            <a:pPr>
              <a:lnSpc>
                <a:spcPct val="90000"/>
              </a:lnSpc>
            </a:pPr>
            <a:r>
              <a:rPr lang="en-US" sz="1700">
                <a:solidFill>
                  <a:srgbClr val="FFFFFF"/>
                </a:solidFill>
              </a:rPr>
              <a:t>Application Needs: Allow different services to manage their data independently.</a:t>
            </a:r>
          </a:p>
          <a:p>
            <a:pPr>
              <a:lnSpc>
                <a:spcPct val="90000"/>
              </a:lnSpc>
            </a:pPr>
            <a:r>
              <a:rPr lang="en-US" sz="1700">
                <a:solidFill>
                  <a:srgbClr val="FFFFFF"/>
                </a:solidFill>
              </a:rPr>
              <a:t>Example: An e-commerce application can use MySQL for orders, MongoDB for product catalogs, and Redis for caching.</a:t>
            </a:r>
          </a:p>
          <a:p>
            <a:pPr>
              <a:lnSpc>
                <a:spcPct val="90000"/>
              </a:lnSpc>
            </a:pPr>
            <a:endParaRPr lang="en-US" sz="1700">
              <a:solidFill>
                <a:srgbClr val="FFFFFF"/>
              </a:solidFill>
            </a:endParaRP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Computer script on a screen">
            <a:extLst>
              <a:ext uri="{FF2B5EF4-FFF2-40B4-BE49-F238E27FC236}">
                <a16:creationId xmlns:a16="http://schemas.microsoft.com/office/drawing/2014/main" id="{DC229136-3582-36A2-C6BE-3F20C4469D51}"/>
              </a:ext>
            </a:extLst>
          </p:cNvPr>
          <p:cNvPicPr>
            <a:picLocks noChangeAspect="1"/>
          </p:cNvPicPr>
          <p:nvPr/>
        </p:nvPicPr>
        <p:blipFill>
          <a:blip r:embed="rId4"/>
          <a:srcRect l="5959" r="45732" b="-2"/>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3639685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731C56-965B-C872-103F-2D6905CEEA72}"/>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3200" b="0" i="0" kern="1200">
                <a:solidFill>
                  <a:srgbClr val="EBEBEB"/>
                </a:solidFill>
                <a:latin typeface="+mj-lt"/>
                <a:ea typeface="+mj-ea"/>
                <a:cs typeface="+mj-cs"/>
              </a:rPr>
              <a:t>Types of Databases: SQL vs. NoSQL</a:t>
            </a:r>
          </a:p>
        </p:txBody>
      </p:sp>
      <p:sp>
        <p:nvSpPr>
          <p:cNvPr id="24"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6" name="Freeform: Shape 25">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a:p>
        </p:txBody>
      </p:sp>
      <p:sp>
        <p:nvSpPr>
          <p:cNvPr id="28" name="Rectangle 27">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extBox 5">
            <a:extLst>
              <a:ext uri="{FF2B5EF4-FFF2-40B4-BE49-F238E27FC236}">
                <a16:creationId xmlns:a16="http://schemas.microsoft.com/office/drawing/2014/main" id="{5817CD09-991E-25F1-FCA1-273BC3D05E48}"/>
              </a:ext>
            </a:extLst>
          </p:cNvPr>
          <p:cNvSpPr txBox="1"/>
          <p:nvPr/>
        </p:nvSpPr>
        <p:spPr>
          <a:xfrm>
            <a:off x="643855" y="3072385"/>
            <a:ext cx="3108057" cy="2947415"/>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sz="1400">
                <a:solidFill>
                  <a:srgbClr val="FFFFFF"/>
                </a:solidFill>
                <a:latin typeface="+mj-lt"/>
                <a:ea typeface="+mj-ea"/>
                <a:cs typeface="+mj-cs"/>
              </a:rPr>
              <a:t>SQL vs. NoSQL Databases</a:t>
            </a:r>
          </a:p>
          <a:p>
            <a:pPr>
              <a:spcBef>
                <a:spcPts val="1000"/>
              </a:spcBef>
              <a:buClr>
                <a:schemeClr val="bg2">
                  <a:lumMod val="40000"/>
                  <a:lumOff val="60000"/>
                </a:schemeClr>
              </a:buClr>
              <a:buSzPct val="80000"/>
              <a:buFont typeface="Wingdings 3" charset="2"/>
              <a:buChar char=""/>
            </a:pPr>
            <a:r>
              <a:rPr lang="en-US" sz="1400">
                <a:solidFill>
                  <a:srgbClr val="FFFFFF"/>
                </a:solidFill>
                <a:latin typeface="+mj-lt"/>
                <a:ea typeface="+mj-ea"/>
                <a:cs typeface="+mj-cs"/>
              </a:rPr>
              <a:t>Key Point: Neither category is automatically better. The appropriate database depends on application requirements.</a:t>
            </a:r>
          </a:p>
        </p:txBody>
      </p:sp>
      <p:graphicFrame>
        <p:nvGraphicFramePr>
          <p:cNvPr id="4" name="Content Placeholder 3">
            <a:extLst>
              <a:ext uri="{FF2B5EF4-FFF2-40B4-BE49-F238E27FC236}">
                <a16:creationId xmlns:a16="http://schemas.microsoft.com/office/drawing/2014/main" id="{4319C9E0-9A74-DABA-FC19-E0B6CE4A0334}"/>
              </a:ext>
            </a:extLst>
          </p:cNvPr>
          <p:cNvGraphicFramePr>
            <a:graphicFrameLocks noGrp="1"/>
          </p:cNvGraphicFramePr>
          <p:nvPr>
            <p:ph idx="1"/>
            <p:extLst>
              <p:ext uri="{D42A27DB-BD31-4B8C-83A1-F6EECF244321}">
                <p14:modId xmlns:p14="http://schemas.microsoft.com/office/powerpoint/2010/main" val="2332191604"/>
              </p:ext>
            </p:extLst>
          </p:nvPr>
        </p:nvGraphicFramePr>
        <p:xfrm>
          <a:off x="5048451" y="1585131"/>
          <a:ext cx="6495849" cy="4493903"/>
        </p:xfrm>
        <a:graphic>
          <a:graphicData uri="http://schemas.openxmlformats.org/drawingml/2006/table">
            <a:tbl>
              <a:tblPr>
                <a:solidFill>
                  <a:schemeClr val="tx1">
                    <a:lumMod val="75000"/>
                    <a:lumOff val="25000"/>
                  </a:schemeClr>
                </a:solidFill>
              </a:tblPr>
              <a:tblGrid>
                <a:gridCol w="1948218">
                  <a:extLst>
                    <a:ext uri="{9D8B030D-6E8A-4147-A177-3AD203B41FA5}">
                      <a16:colId xmlns:a16="http://schemas.microsoft.com/office/drawing/2014/main" val="602197755"/>
                    </a:ext>
                  </a:extLst>
                </a:gridCol>
                <a:gridCol w="2349627">
                  <a:extLst>
                    <a:ext uri="{9D8B030D-6E8A-4147-A177-3AD203B41FA5}">
                      <a16:colId xmlns:a16="http://schemas.microsoft.com/office/drawing/2014/main" val="703808026"/>
                    </a:ext>
                  </a:extLst>
                </a:gridCol>
                <a:gridCol w="2198004">
                  <a:extLst>
                    <a:ext uri="{9D8B030D-6E8A-4147-A177-3AD203B41FA5}">
                      <a16:colId xmlns:a16="http://schemas.microsoft.com/office/drawing/2014/main" val="655294901"/>
                    </a:ext>
                  </a:extLst>
                </a:gridCol>
              </a:tblGrid>
              <a:tr h="507400">
                <a:tc>
                  <a:txBody>
                    <a:bodyPr/>
                    <a:lstStyle/>
                    <a:p>
                      <a:pPr>
                        <a:buNone/>
                      </a:pPr>
                      <a:r>
                        <a:rPr lang="en-US" sz="1600" cap="none" spc="0">
                          <a:solidFill>
                            <a:schemeClr val="bg1"/>
                          </a:solidFill>
                        </a:rPr>
                        <a:t>Feature</a:t>
                      </a:r>
                    </a:p>
                  </a:txBody>
                  <a:tcPr marL="140585" marR="108142" marT="108142" marB="108142" anchor="ctr">
                    <a:lnL w="38100" cap="flat" cmpd="sng" algn="ctr">
                      <a:noFill/>
                      <a:prstDash val="solid"/>
                    </a:lnL>
                    <a:lnR w="6350" cap="flat" cmpd="sng" algn="ctr">
                      <a:solidFill>
                        <a:schemeClr val="tx1">
                          <a:lumMod val="50000"/>
                          <a:lumOff val="50000"/>
                        </a:schemeClr>
                      </a:solidFill>
                      <a:prstDash val="solid"/>
                    </a:lnR>
                    <a:lnT w="38100" cap="flat" cmpd="sng" algn="ctr">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600" cap="none" spc="0">
                          <a:solidFill>
                            <a:schemeClr val="bg1"/>
                          </a:solidFill>
                        </a:rPr>
                        <a:t>SQL Databases</a:t>
                      </a:r>
                    </a:p>
                  </a:txBody>
                  <a:tcPr marL="140585" marR="108142" marT="108142" marB="10814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ap="flat" cmpd="sng" algn="ctr">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600" cap="none" spc="0">
                          <a:solidFill>
                            <a:schemeClr val="bg1"/>
                          </a:solidFill>
                        </a:rPr>
                        <a:t>NoSQL Databases</a:t>
                      </a:r>
                    </a:p>
                  </a:txBody>
                  <a:tcPr marL="140585" marR="108142" marT="108142" marB="108142" anchor="ctr">
                    <a:lnL w="6350" cap="flat" cmpd="sng" algn="ctr">
                      <a:solidFill>
                        <a:schemeClr val="tx1">
                          <a:lumMod val="50000"/>
                          <a:lumOff val="50000"/>
                        </a:schemeClr>
                      </a:solidFill>
                      <a:prstDash val="solid"/>
                    </a:lnL>
                    <a:lnR w="38100" cap="flat" cmpd="sng" algn="ctr">
                      <a:noFill/>
                      <a:prstDash val="solid"/>
                    </a:lnR>
                    <a:lnT w="38100" cap="flat" cmpd="sng" algn="ctr">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3377493014"/>
                  </a:ext>
                </a:extLst>
              </a:tr>
              <a:tr h="755913">
                <a:tc>
                  <a:txBody>
                    <a:bodyPr/>
                    <a:lstStyle/>
                    <a:p>
                      <a:pPr>
                        <a:buNone/>
                      </a:pPr>
                      <a:r>
                        <a:rPr lang="en-US" sz="1600" cap="none" spc="0">
                          <a:solidFill>
                            <a:schemeClr val="bg1"/>
                          </a:solidFill>
                        </a:rPr>
                        <a:t>Data Structure</a:t>
                      </a:r>
                    </a:p>
                  </a:txBody>
                  <a:tcPr marL="140585" marR="108142" marT="108142" marB="10814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600" cap="none" spc="0">
                          <a:solidFill>
                            <a:schemeClr val="bg1"/>
                          </a:solidFill>
                        </a:rPr>
                        <a:t>Relational tables</a:t>
                      </a:r>
                    </a:p>
                  </a:txBody>
                  <a:tcPr marL="140585" marR="108142" marT="108142" marB="10814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600" cap="none" spc="0">
                          <a:solidFill>
                            <a:schemeClr val="bg1"/>
                          </a:solidFill>
                        </a:rPr>
                        <a:t>Documents, key-value, graph, etc.</a:t>
                      </a:r>
                    </a:p>
                  </a:txBody>
                  <a:tcPr marL="140585" marR="108142" marT="108142" marB="10814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3019015851"/>
                  </a:ext>
                </a:extLst>
              </a:tr>
              <a:tr h="507400">
                <a:tc>
                  <a:txBody>
                    <a:bodyPr/>
                    <a:lstStyle/>
                    <a:p>
                      <a:pPr>
                        <a:buNone/>
                      </a:pPr>
                      <a:r>
                        <a:rPr lang="en-US" sz="1600" cap="none" spc="0">
                          <a:solidFill>
                            <a:schemeClr val="bg1"/>
                          </a:solidFill>
                        </a:rPr>
                        <a:t>Schema</a:t>
                      </a:r>
                    </a:p>
                  </a:txBody>
                  <a:tcPr marL="140585" marR="108142" marT="108142" marB="10814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600" cap="none" spc="0">
                          <a:solidFill>
                            <a:schemeClr val="bg1"/>
                          </a:solidFill>
                        </a:rPr>
                        <a:t>Typically predefined</a:t>
                      </a:r>
                    </a:p>
                  </a:txBody>
                  <a:tcPr marL="140585" marR="108142" marT="108142" marB="10814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600" cap="none" spc="0">
                          <a:solidFill>
                            <a:schemeClr val="bg1"/>
                          </a:solidFill>
                        </a:rPr>
                        <a:t>Often more flexible</a:t>
                      </a:r>
                    </a:p>
                  </a:txBody>
                  <a:tcPr marL="140585" marR="108142" marT="108142" marB="10814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040828896"/>
                  </a:ext>
                </a:extLst>
              </a:tr>
              <a:tr h="755913">
                <a:tc>
                  <a:txBody>
                    <a:bodyPr/>
                    <a:lstStyle/>
                    <a:p>
                      <a:pPr>
                        <a:buNone/>
                      </a:pPr>
                      <a:r>
                        <a:rPr lang="en-US" sz="1600" cap="none" spc="0">
                          <a:solidFill>
                            <a:schemeClr val="bg1"/>
                          </a:solidFill>
                        </a:rPr>
                        <a:t>Relationships</a:t>
                      </a:r>
                    </a:p>
                  </a:txBody>
                  <a:tcPr marL="140585" marR="108142" marT="108142" marB="10814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600" cap="none" spc="0">
                          <a:solidFill>
                            <a:schemeClr val="bg1"/>
                          </a:solidFill>
                        </a:rPr>
                        <a:t>Primary and foreign keys</a:t>
                      </a:r>
                    </a:p>
                  </a:txBody>
                  <a:tcPr marL="140585" marR="108142" marT="108142" marB="10814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600" cap="none" spc="0">
                          <a:solidFill>
                            <a:schemeClr val="bg1"/>
                          </a:solidFill>
                        </a:rPr>
                        <a:t>Depends on database type</a:t>
                      </a:r>
                    </a:p>
                  </a:txBody>
                  <a:tcPr marL="140585" marR="108142" marT="108142" marB="10814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366269433"/>
                  </a:ext>
                </a:extLst>
              </a:tr>
              <a:tr h="507400">
                <a:tc>
                  <a:txBody>
                    <a:bodyPr/>
                    <a:lstStyle/>
                    <a:p>
                      <a:pPr>
                        <a:buNone/>
                      </a:pPr>
                      <a:r>
                        <a:rPr lang="en-US" sz="1600" cap="none" spc="0">
                          <a:solidFill>
                            <a:schemeClr val="bg1"/>
                          </a:solidFill>
                        </a:rPr>
                        <a:t>Query Language</a:t>
                      </a:r>
                    </a:p>
                  </a:txBody>
                  <a:tcPr marL="140585" marR="108142" marT="108142" marB="10814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600" cap="none" spc="0">
                          <a:solidFill>
                            <a:schemeClr val="bg1"/>
                          </a:solidFill>
                        </a:rPr>
                        <a:t>Usually SQL</a:t>
                      </a:r>
                    </a:p>
                  </a:txBody>
                  <a:tcPr marL="140585" marR="108142" marT="108142" marB="10814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600" cap="none" spc="0">
                          <a:solidFill>
                            <a:schemeClr val="bg1"/>
                          </a:solidFill>
                        </a:rPr>
                        <a:t>Varies by technology</a:t>
                      </a:r>
                    </a:p>
                  </a:txBody>
                  <a:tcPr marL="140585" marR="108142" marT="108142" marB="10814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3422100936"/>
                  </a:ext>
                </a:extLst>
              </a:tr>
              <a:tr h="507400">
                <a:tc>
                  <a:txBody>
                    <a:bodyPr/>
                    <a:lstStyle/>
                    <a:p>
                      <a:pPr>
                        <a:buNone/>
                      </a:pPr>
                      <a:r>
                        <a:rPr lang="en-US" sz="1600" cap="none" spc="0">
                          <a:solidFill>
                            <a:schemeClr val="bg1"/>
                          </a:solidFill>
                        </a:rPr>
                        <a:t>Examples</a:t>
                      </a:r>
                    </a:p>
                  </a:txBody>
                  <a:tcPr marL="140585" marR="108142" marT="108142" marB="10814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600" cap="none" spc="0">
                          <a:solidFill>
                            <a:schemeClr val="bg1"/>
                          </a:solidFill>
                        </a:rPr>
                        <a:t>MySQL, PostgreSQL</a:t>
                      </a:r>
                    </a:p>
                  </a:txBody>
                  <a:tcPr marL="140585" marR="108142" marT="108142" marB="10814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pPr>
                        <a:buNone/>
                      </a:pPr>
                      <a:r>
                        <a:rPr lang="en-US" sz="1600" cap="none" spc="0">
                          <a:solidFill>
                            <a:schemeClr val="bg1"/>
                          </a:solidFill>
                        </a:rPr>
                        <a:t>MongoDB, Redis</a:t>
                      </a:r>
                    </a:p>
                  </a:txBody>
                  <a:tcPr marL="140585" marR="108142" marT="108142" marB="10814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4164017126"/>
                  </a:ext>
                </a:extLst>
              </a:tr>
              <a:tr h="755913">
                <a:tc>
                  <a:txBody>
                    <a:bodyPr/>
                    <a:lstStyle/>
                    <a:p>
                      <a:pPr>
                        <a:buNone/>
                      </a:pPr>
                      <a:r>
                        <a:rPr lang="en-US" sz="1600" cap="none" spc="0">
                          <a:solidFill>
                            <a:schemeClr val="bg1"/>
                          </a:solidFill>
                        </a:rPr>
                        <a:t>Common Uses</a:t>
                      </a:r>
                    </a:p>
                  </a:txBody>
                  <a:tcPr marL="140585" marR="108142" marT="108142" marB="108142"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38100" cap="flat" cmpd="sng" algn="ctr">
                      <a:noFill/>
                      <a:prstDash val="solid"/>
                    </a:lnB>
                    <a:solidFill>
                      <a:schemeClr val="tx1">
                        <a:lumMod val="75000"/>
                        <a:lumOff val="25000"/>
                      </a:schemeClr>
                    </a:solidFill>
                  </a:tcPr>
                </a:tc>
                <a:tc>
                  <a:txBody>
                    <a:bodyPr/>
                    <a:lstStyle/>
                    <a:p>
                      <a:pPr>
                        <a:buNone/>
                      </a:pPr>
                      <a:r>
                        <a:rPr lang="en-US" sz="1600" cap="none" spc="0">
                          <a:solidFill>
                            <a:schemeClr val="bg1"/>
                          </a:solidFill>
                        </a:rPr>
                        <a:t>Orders, financial records</a:t>
                      </a:r>
                    </a:p>
                  </a:txBody>
                  <a:tcPr marL="140585" marR="108142" marT="108142" marB="108142"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38100" cap="flat" cmpd="sng" algn="ctr">
                      <a:noFill/>
                      <a:prstDash val="solid"/>
                    </a:lnB>
                    <a:solidFill>
                      <a:schemeClr val="tx1">
                        <a:lumMod val="75000"/>
                        <a:lumOff val="25000"/>
                      </a:schemeClr>
                    </a:solidFill>
                  </a:tcPr>
                </a:tc>
                <a:tc>
                  <a:txBody>
                    <a:bodyPr/>
                    <a:lstStyle/>
                    <a:p>
                      <a:pPr>
                        <a:buNone/>
                      </a:pPr>
                      <a:r>
                        <a:rPr lang="en-US" sz="1600" cap="none" spc="0">
                          <a:solidFill>
                            <a:schemeClr val="bg1"/>
                          </a:solidFill>
                        </a:rPr>
                        <a:t>Catalogs, caching, flexible data</a:t>
                      </a:r>
                    </a:p>
                  </a:txBody>
                  <a:tcPr marL="140585" marR="108142" marT="108142" marB="108142"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38100" cap="flat" cmpd="sng" algn="ctr">
                      <a:noFill/>
                      <a:prstDash val="solid"/>
                    </a:lnB>
                    <a:solidFill>
                      <a:schemeClr val="tx1">
                        <a:lumMod val="75000"/>
                        <a:lumOff val="25000"/>
                      </a:schemeClr>
                    </a:solidFill>
                  </a:tcPr>
                </a:tc>
                <a:extLst>
                  <a:ext uri="{0D108BD9-81ED-4DB2-BD59-A6C34878D82A}">
                    <a16:rowId xmlns:a16="http://schemas.microsoft.com/office/drawing/2014/main" val="537075060"/>
                  </a:ext>
                </a:extLst>
              </a:tr>
            </a:tbl>
          </a:graphicData>
        </a:graphic>
      </p:graphicFrame>
    </p:spTree>
    <p:extLst>
      <p:ext uri="{BB962C8B-B14F-4D97-AF65-F5344CB8AC3E}">
        <p14:creationId xmlns:p14="http://schemas.microsoft.com/office/powerpoint/2010/main" val="623963928"/>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A156F-3EB3-51DA-52E0-BC3F9535ED81}"/>
              </a:ext>
            </a:extLst>
          </p:cNvPr>
          <p:cNvSpPr>
            <a:spLocks noGrp="1"/>
          </p:cNvSpPr>
          <p:nvPr>
            <p:ph type="title"/>
          </p:nvPr>
        </p:nvSpPr>
        <p:spPr>
          <a:xfrm>
            <a:off x="648930" y="629266"/>
            <a:ext cx="9252154" cy="1223983"/>
          </a:xfrm>
        </p:spPr>
        <p:txBody>
          <a:bodyPr>
            <a:normAutofit/>
          </a:bodyPr>
          <a:lstStyle/>
          <a:p>
            <a:pPr>
              <a:lnSpc>
                <a:spcPct val="90000"/>
              </a:lnSpc>
            </a:pPr>
            <a:r>
              <a:rPr lang="en-US" sz="3900"/>
              <a:t>Real-World Example of Polyglot Persistence</a:t>
            </a:r>
          </a:p>
        </p:txBody>
      </p:sp>
      <p:pic>
        <p:nvPicPr>
          <p:cNvPr id="7" name="Graphic 6" descr="Database">
            <a:extLst>
              <a:ext uri="{FF2B5EF4-FFF2-40B4-BE49-F238E27FC236}">
                <a16:creationId xmlns:a16="http://schemas.microsoft.com/office/drawing/2014/main" id="{0C412E67-7F3D-A47A-E148-2C88F302EF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4636" y="2052213"/>
            <a:ext cx="4196185" cy="4196185"/>
          </a:xfrm>
          <a:prstGeom prst="rect">
            <a:avLst/>
          </a:prstGeom>
          <a:effectLst>
            <a:outerShdw blurRad="50800" dist="38100" dir="5400000" algn="t" rotWithShape="0">
              <a:prstClr val="black">
                <a:alpha val="43000"/>
              </a:prstClr>
            </a:outerShdw>
          </a:effectLst>
        </p:spPr>
      </p:pic>
      <p:sp>
        <p:nvSpPr>
          <p:cNvPr id="3" name="Content Placeholder 2">
            <a:extLst>
              <a:ext uri="{FF2B5EF4-FFF2-40B4-BE49-F238E27FC236}">
                <a16:creationId xmlns:a16="http://schemas.microsoft.com/office/drawing/2014/main" id="{0273894A-E38F-8412-B4D0-09B4EF4EB007}"/>
              </a:ext>
            </a:extLst>
          </p:cNvPr>
          <p:cNvSpPr>
            <a:spLocks noGrp="1"/>
          </p:cNvSpPr>
          <p:nvPr>
            <p:ph idx="1"/>
          </p:nvPr>
        </p:nvSpPr>
        <p:spPr>
          <a:xfrm>
            <a:off x="6575729" y="2052214"/>
            <a:ext cx="4415293" cy="4196185"/>
          </a:xfrm>
        </p:spPr>
        <p:txBody>
          <a:bodyPr>
            <a:normAutofit/>
          </a:bodyPr>
          <a:lstStyle/>
          <a:p>
            <a:pPr>
              <a:lnSpc>
                <a:spcPct val="90000"/>
              </a:lnSpc>
            </a:pPr>
            <a:r>
              <a:rPr lang="en-US" sz="1100"/>
              <a:t>An online shopping application handles several different types of information.</a:t>
            </a:r>
          </a:p>
          <a:p>
            <a:pPr>
              <a:lnSpc>
                <a:spcPct val="90000"/>
              </a:lnSpc>
            </a:pPr>
            <a:r>
              <a:rPr lang="en-US" sz="1100"/>
              <a:t>MySQL — Relational Database</a:t>
            </a:r>
          </a:p>
          <a:p>
            <a:pPr>
              <a:lnSpc>
                <a:spcPct val="90000"/>
              </a:lnSpc>
            </a:pPr>
            <a:r>
              <a:rPr lang="en-US" sz="1100"/>
              <a:t>Stores customer accounts, orders, and payment records.</a:t>
            </a:r>
          </a:p>
          <a:p>
            <a:pPr>
              <a:lnSpc>
                <a:spcPct val="90000"/>
              </a:lnSpc>
            </a:pPr>
            <a:r>
              <a:rPr lang="en-US" sz="1100"/>
              <a:t>Supports structured relationships and transactional consistency.</a:t>
            </a:r>
          </a:p>
          <a:p>
            <a:pPr>
              <a:lnSpc>
                <a:spcPct val="90000"/>
              </a:lnSpc>
            </a:pPr>
            <a:r>
              <a:rPr lang="en-US" sz="1100"/>
              <a:t>MongoDB — Document Database</a:t>
            </a:r>
          </a:p>
          <a:p>
            <a:pPr>
              <a:lnSpc>
                <a:spcPct val="90000"/>
              </a:lnSpc>
            </a:pPr>
            <a:r>
              <a:rPr lang="en-US" sz="1100"/>
              <a:t>Stores product catalogs with varying attributes.</a:t>
            </a:r>
          </a:p>
          <a:p>
            <a:pPr>
              <a:lnSpc>
                <a:spcPct val="90000"/>
              </a:lnSpc>
            </a:pPr>
            <a:r>
              <a:rPr lang="en-US" sz="1100"/>
              <a:t>Supports flexible product descriptions and document structures.</a:t>
            </a:r>
          </a:p>
          <a:p>
            <a:pPr>
              <a:lnSpc>
                <a:spcPct val="90000"/>
              </a:lnSpc>
            </a:pPr>
            <a:r>
              <a:rPr lang="en-US" sz="1100"/>
              <a:t>Redis — Key-Value Database</a:t>
            </a:r>
          </a:p>
          <a:p>
            <a:pPr>
              <a:lnSpc>
                <a:spcPct val="90000"/>
              </a:lnSpc>
            </a:pPr>
            <a:r>
              <a:rPr lang="en-US" sz="1100"/>
              <a:t>Caches frequently requested information.</a:t>
            </a:r>
          </a:p>
          <a:p>
            <a:pPr>
              <a:lnSpc>
                <a:spcPct val="90000"/>
              </a:lnSpc>
            </a:pPr>
            <a:r>
              <a:rPr lang="en-US" sz="1100"/>
              <a:t>Supports fast access to session data and temporary information.</a:t>
            </a:r>
          </a:p>
          <a:p>
            <a:pPr>
              <a:lnSpc>
                <a:spcPct val="90000"/>
              </a:lnSpc>
            </a:pPr>
            <a:r>
              <a:rPr lang="en-US" sz="1100"/>
              <a:t>Result: Each database supports a different part of the application based on its strengths.</a:t>
            </a:r>
          </a:p>
          <a:p>
            <a:pPr>
              <a:lnSpc>
                <a:spcPct val="90000"/>
              </a:lnSpc>
            </a:pPr>
            <a:endParaRPr lang="en-US" sz="1100"/>
          </a:p>
        </p:txBody>
      </p:sp>
    </p:spTree>
    <p:extLst>
      <p:ext uri="{BB962C8B-B14F-4D97-AF65-F5344CB8AC3E}">
        <p14:creationId xmlns:p14="http://schemas.microsoft.com/office/powerpoint/2010/main" val="3019526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8CBA1-369F-E337-A21C-0961BEB48B14}"/>
              </a:ext>
            </a:extLst>
          </p:cNvPr>
          <p:cNvSpPr>
            <a:spLocks noGrp="1"/>
          </p:cNvSpPr>
          <p:nvPr>
            <p:ph type="title"/>
          </p:nvPr>
        </p:nvSpPr>
        <p:spPr/>
        <p:txBody>
          <a:bodyPr/>
          <a:lstStyle/>
          <a:p>
            <a:r>
              <a:rPr lang="en-US" dirty="0"/>
              <a:t>Advantages and Disadvantages of Polyglot Persistence</a:t>
            </a:r>
          </a:p>
        </p:txBody>
      </p:sp>
      <p:graphicFrame>
        <p:nvGraphicFramePr>
          <p:cNvPr id="11" name="Content Placeholder 3">
            <a:extLst>
              <a:ext uri="{FF2B5EF4-FFF2-40B4-BE49-F238E27FC236}">
                <a16:creationId xmlns:a16="http://schemas.microsoft.com/office/drawing/2014/main" id="{D43D0200-3A4F-957D-7AEA-42B99D0F519D}"/>
              </a:ext>
            </a:extLst>
          </p:cNvPr>
          <p:cNvGraphicFramePr>
            <a:graphicFrameLocks noGrp="1"/>
          </p:cNvGraphicFramePr>
          <p:nvPr>
            <p:ph sz="half" idx="1"/>
            <p:extLst>
              <p:ext uri="{D42A27DB-BD31-4B8C-83A1-F6EECF244321}">
                <p14:modId xmlns:p14="http://schemas.microsoft.com/office/powerpoint/2010/main" val="3987225113"/>
              </p:ext>
            </p:extLst>
          </p:nvPr>
        </p:nvGraphicFramePr>
        <p:xfrm>
          <a:off x="1103312" y="2060575"/>
          <a:ext cx="4396339" cy="4195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a:extLst>
              <a:ext uri="{FF2B5EF4-FFF2-40B4-BE49-F238E27FC236}">
                <a16:creationId xmlns:a16="http://schemas.microsoft.com/office/drawing/2014/main" id="{156EFC90-8E48-FCF2-F526-E3EBA7E189E3}"/>
              </a:ext>
            </a:extLst>
          </p:cNvPr>
          <p:cNvSpPr>
            <a:spLocks noGrp="1"/>
          </p:cNvSpPr>
          <p:nvPr>
            <p:ph sz="half" idx="2"/>
          </p:nvPr>
        </p:nvSpPr>
        <p:spPr/>
        <p:txBody>
          <a:bodyPr>
            <a:normAutofit/>
          </a:bodyPr>
          <a:lstStyle/>
          <a:p>
            <a:r>
              <a:rPr lang="en-US" dirty="0"/>
              <a:t>Disadvantages</a:t>
            </a:r>
          </a:p>
          <a:p>
            <a:pPr lvl="0"/>
            <a:r>
              <a:rPr lang="en-US" dirty="0"/>
              <a:t>Increased Complexity</a:t>
            </a:r>
          </a:p>
          <a:p>
            <a:pPr lvl="0"/>
            <a:r>
              <a:rPr lang="en-US" dirty="0"/>
              <a:t>Higher Maintenance Costs</a:t>
            </a:r>
          </a:p>
          <a:p>
            <a:pPr lvl="0"/>
            <a:r>
              <a:rPr lang="en-US" dirty="0"/>
              <a:t>Difficult Data Synchronization</a:t>
            </a:r>
          </a:p>
          <a:p>
            <a:pPr lvl="0"/>
            <a:r>
              <a:rPr lang="en-US" dirty="0"/>
              <a:t>Cross-Database Queries</a:t>
            </a:r>
          </a:p>
          <a:p>
            <a:pPr lvl="0"/>
            <a:r>
              <a:rPr lang="en-US" dirty="0"/>
              <a:t>Additional Security Needs</a:t>
            </a:r>
          </a:p>
          <a:p>
            <a:endParaRPr lang="en-US" dirty="0"/>
          </a:p>
        </p:txBody>
      </p:sp>
    </p:spTree>
    <p:extLst>
      <p:ext uri="{BB962C8B-B14F-4D97-AF65-F5344CB8AC3E}">
        <p14:creationId xmlns:p14="http://schemas.microsoft.com/office/powerpoint/2010/main" val="3797636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06AA686-5629-E90B-55E9-867799B54168}"/>
              </a:ext>
            </a:extLst>
          </p:cNvPr>
          <p:cNvSpPr>
            <a:spLocks noGrp="1"/>
          </p:cNvSpPr>
          <p:nvPr>
            <p:ph type="title"/>
          </p:nvPr>
        </p:nvSpPr>
        <p:spPr>
          <a:xfrm>
            <a:off x="648930" y="629266"/>
            <a:ext cx="9252154" cy="1223983"/>
          </a:xfrm>
        </p:spPr>
        <p:txBody>
          <a:bodyPr vert="horz" lIns="91440" tIns="45720" rIns="91440" bIns="45720" rtlCol="0">
            <a:normAutofit/>
          </a:bodyPr>
          <a:lstStyle/>
          <a:p>
            <a:pPr>
              <a:lnSpc>
                <a:spcPct val="90000"/>
              </a:lnSpc>
            </a:pPr>
            <a:r>
              <a:rPr lang="en-US" sz="3900" b="0" i="0" kern="1200" dirty="0">
                <a:solidFill>
                  <a:schemeClr val="tx2"/>
                </a:solidFill>
                <a:latin typeface="+mj-lt"/>
                <a:ea typeface="+mj-ea"/>
                <a:cs typeface="+mj-cs"/>
              </a:rPr>
              <a:t>Data Consistency and Synchronization</a:t>
            </a:r>
          </a:p>
        </p:txBody>
      </p:sp>
      <p:sp>
        <p:nvSpPr>
          <p:cNvPr id="3" name="Content Placeholder 2">
            <a:extLst>
              <a:ext uri="{FF2B5EF4-FFF2-40B4-BE49-F238E27FC236}">
                <a16:creationId xmlns:a16="http://schemas.microsoft.com/office/drawing/2014/main" id="{2D0DC529-BBB8-9054-89FD-27048473327B}"/>
              </a:ext>
            </a:extLst>
          </p:cNvPr>
          <p:cNvSpPr>
            <a:spLocks noGrp="1"/>
          </p:cNvSpPr>
          <p:nvPr>
            <p:ph sz="half" idx="1"/>
          </p:nvPr>
        </p:nvSpPr>
        <p:spPr>
          <a:xfrm>
            <a:off x="1103311" y="2052214"/>
            <a:ext cx="4338409" cy="4196185"/>
          </a:xfrm>
        </p:spPr>
        <p:txBody>
          <a:bodyPr vert="horz" lIns="91440" tIns="45720" rIns="91440" bIns="45720" rtlCol="0">
            <a:normAutofit/>
          </a:bodyPr>
          <a:lstStyle/>
          <a:p>
            <a:pPr>
              <a:lnSpc>
                <a:spcPct val="90000"/>
              </a:lnSpc>
            </a:pPr>
            <a:r>
              <a:rPr lang="en-US" sz="1400" dirty="0"/>
              <a:t>Using multiple databases can make it more difficult to keep related information consistent.</a:t>
            </a:r>
          </a:p>
          <a:p>
            <a:pPr>
              <a:lnSpc>
                <a:spcPct val="90000"/>
              </a:lnSpc>
            </a:pPr>
            <a:r>
              <a:rPr lang="en-US" sz="1400" dirty="0"/>
              <a:t>Data synchronization ensures that changes are shared between systems when necessary.</a:t>
            </a:r>
          </a:p>
          <a:p>
            <a:pPr>
              <a:lnSpc>
                <a:spcPct val="90000"/>
              </a:lnSpc>
            </a:pPr>
            <a:r>
              <a:rPr lang="en-US" sz="1400" dirty="0"/>
              <a:t>Eventual Consistency: Some updates may take time to appear across all databases.</a:t>
            </a:r>
          </a:p>
          <a:p>
            <a:pPr>
              <a:lnSpc>
                <a:spcPct val="90000"/>
              </a:lnSpc>
            </a:pPr>
            <a:r>
              <a:rPr lang="en-US" sz="1400" dirty="0"/>
              <a:t>Cache Invalidation: Cached information must be updated or removed when the original data changes.</a:t>
            </a:r>
          </a:p>
          <a:p>
            <a:pPr>
              <a:lnSpc>
                <a:spcPct val="90000"/>
              </a:lnSpc>
            </a:pPr>
            <a:r>
              <a:rPr lang="en-US" sz="1400" dirty="0"/>
              <a:t>Event-Driven Architecture: Applications can publish events that notify other services about important changes.</a:t>
            </a:r>
          </a:p>
          <a:p>
            <a:pPr>
              <a:lnSpc>
                <a:spcPct val="90000"/>
              </a:lnSpc>
            </a:pPr>
            <a:r>
              <a:rPr lang="en-US" sz="1400" dirty="0"/>
              <a:t>Developers may use message queues, retries, and monitoring to improve reliability.</a:t>
            </a:r>
          </a:p>
          <a:p>
            <a:pPr>
              <a:lnSpc>
                <a:spcPct val="90000"/>
              </a:lnSpc>
            </a:pPr>
            <a:endParaRPr lang="en-US" sz="1400" dirty="0"/>
          </a:p>
        </p:txBody>
      </p:sp>
      <p:pic>
        <p:nvPicPr>
          <p:cNvPr id="6" name="Content Placeholder 5">
            <a:extLst>
              <a:ext uri="{FF2B5EF4-FFF2-40B4-BE49-F238E27FC236}">
                <a16:creationId xmlns:a16="http://schemas.microsoft.com/office/drawing/2014/main" id="{D9E5ADAD-7ED1-4727-5FD9-22BDEC46C45A}"/>
              </a:ext>
            </a:extLst>
          </p:cNvPr>
          <p:cNvPicPr>
            <a:picLocks noGrp="1" noChangeAspect="1"/>
          </p:cNvPicPr>
          <p:nvPr>
            <p:ph sz="half" idx="2"/>
          </p:nvPr>
        </p:nvPicPr>
        <p:blipFill>
          <a:blip r:embed="rId8">
            <a:extLst>
              <a:ext uri="{28A0092B-C50C-407E-A947-70E740481C1C}">
                <a14:useLocalDpi xmlns:a14="http://schemas.microsoft.com/office/drawing/2010/main" val="0"/>
              </a:ext>
            </a:extLst>
          </a:blip>
          <a:stretch>
            <a:fillRect/>
          </a:stretch>
        </p:blipFill>
        <p:spPr>
          <a:xfrm>
            <a:off x="6091916" y="2617036"/>
            <a:ext cx="5451627" cy="3066539"/>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3622813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4E3A7-9A85-46FD-2743-D1A543773DBC}"/>
              </a:ext>
            </a:extLst>
          </p:cNvPr>
          <p:cNvSpPr>
            <a:spLocks noGrp="1"/>
          </p:cNvSpPr>
          <p:nvPr>
            <p:ph type="title"/>
          </p:nvPr>
        </p:nvSpPr>
        <p:spPr/>
        <p:txBody>
          <a:bodyPr/>
          <a:lstStyle/>
          <a:p>
            <a:r>
              <a:rPr lang="en-US" dirty="0"/>
              <a:t>How the Two Concepts Work Together</a:t>
            </a:r>
          </a:p>
        </p:txBody>
      </p:sp>
      <p:sp>
        <p:nvSpPr>
          <p:cNvPr id="4" name="Text Placeholder 3">
            <a:extLst>
              <a:ext uri="{FF2B5EF4-FFF2-40B4-BE49-F238E27FC236}">
                <a16:creationId xmlns:a16="http://schemas.microsoft.com/office/drawing/2014/main" id="{7D82D94E-3707-C8AB-EA69-329AC15C8C66}"/>
              </a:ext>
            </a:extLst>
          </p:cNvPr>
          <p:cNvSpPr>
            <a:spLocks noGrp="1"/>
          </p:cNvSpPr>
          <p:nvPr>
            <p:ph type="body" idx="1"/>
          </p:nvPr>
        </p:nvSpPr>
        <p:spPr/>
        <p:txBody>
          <a:bodyPr/>
          <a:lstStyle/>
          <a:p>
            <a:r>
              <a:rPr lang="en-US" dirty="0"/>
              <a:t>Database Decomposition</a:t>
            </a:r>
          </a:p>
        </p:txBody>
      </p:sp>
      <p:sp>
        <p:nvSpPr>
          <p:cNvPr id="7" name="Text Placeholder 6">
            <a:extLst>
              <a:ext uri="{FF2B5EF4-FFF2-40B4-BE49-F238E27FC236}">
                <a16:creationId xmlns:a16="http://schemas.microsoft.com/office/drawing/2014/main" id="{DD466D8A-D4DE-9299-726A-BDEFF3207A8F}"/>
              </a:ext>
            </a:extLst>
          </p:cNvPr>
          <p:cNvSpPr>
            <a:spLocks noGrp="1"/>
          </p:cNvSpPr>
          <p:nvPr>
            <p:ph type="body" sz="half" idx="15"/>
          </p:nvPr>
        </p:nvSpPr>
        <p:spPr/>
        <p:txBody>
          <a:bodyPr/>
          <a:lstStyle/>
          <a:p>
            <a:pPr lvl="0"/>
            <a:r>
              <a:rPr lang="en-US" dirty="0"/>
              <a:t>Divides relational data into smaller tables.</a:t>
            </a:r>
          </a:p>
          <a:p>
            <a:pPr lvl="0"/>
            <a:r>
              <a:rPr lang="en-US" dirty="0"/>
              <a:t>Reduces duplicate information.</a:t>
            </a:r>
          </a:p>
          <a:p>
            <a:pPr lvl="0"/>
            <a:r>
              <a:rPr lang="en-US" dirty="0"/>
              <a:t>Improves data integrity.</a:t>
            </a:r>
          </a:p>
          <a:p>
            <a:pPr lvl="0"/>
            <a:r>
              <a:rPr lang="en-US" dirty="0"/>
              <a:t>Focuses on organizing data.</a:t>
            </a:r>
          </a:p>
          <a:p>
            <a:endParaRPr lang="en-US" dirty="0"/>
          </a:p>
        </p:txBody>
      </p:sp>
      <p:sp>
        <p:nvSpPr>
          <p:cNvPr id="5" name="Text Placeholder 4">
            <a:extLst>
              <a:ext uri="{FF2B5EF4-FFF2-40B4-BE49-F238E27FC236}">
                <a16:creationId xmlns:a16="http://schemas.microsoft.com/office/drawing/2014/main" id="{EABF5797-C735-52AA-C0E8-FFE8100746E5}"/>
              </a:ext>
            </a:extLst>
          </p:cNvPr>
          <p:cNvSpPr>
            <a:spLocks noGrp="1"/>
          </p:cNvSpPr>
          <p:nvPr>
            <p:ph type="body" sz="quarter" idx="3"/>
          </p:nvPr>
        </p:nvSpPr>
        <p:spPr/>
        <p:txBody>
          <a:bodyPr/>
          <a:lstStyle/>
          <a:p>
            <a:r>
              <a:rPr lang="en-US" dirty="0"/>
              <a:t>Polyglot Persistence</a:t>
            </a:r>
          </a:p>
        </p:txBody>
      </p:sp>
      <p:sp>
        <p:nvSpPr>
          <p:cNvPr id="8" name="Text Placeholder 7">
            <a:extLst>
              <a:ext uri="{FF2B5EF4-FFF2-40B4-BE49-F238E27FC236}">
                <a16:creationId xmlns:a16="http://schemas.microsoft.com/office/drawing/2014/main" id="{AB5F61E5-32B5-ADAD-914A-FCF3CB2C8891}"/>
              </a:ext>
            </a:extLst>
          </p:cNvPr>
          <p:cNvSpPr>
            <a:spLocks noGrp="1"/>
          </p:cNvSpPr>
          <p:nvPr>
            <p:ph type="body" sz="half" idx="16"/>
          </p:nvPr>
        </p:nvSpPr>
        <p:spPr/>
        <p:txBody>
          <a:bodyPr/>
          <a:lstStyle/>
          <a:p>
            <a:pPr lvl="0"/>
            <a:r>
              <a:rPr lang="en-US" dirty="0"/>
              <a:t>Uses multiple database technologies.</a:t>
            </a:r>
          </a:p>
          <a:p>
            <a:pPr lvl="0"/>
            <a:r>
              <a:rPr lang="en-US" dirty="0"/>
              <a:t>Supports different data requirements.</a:t>
            </a:r>
          </a:p>
          <a:p>
            <a:pPr lvl="0"/>
            <a:r>
              <a:rPr lang="en-US" dirty="0"/>
              <a:t>Improves flexibility and scalability.</a:t>
            </a:r>
          </a:p>
          <a:p>
            <a:pPr lvl="0"/>
            <a:r>
              <a:rPr lang="en-US" dirty="0"/>
              <a:t>Focuses on selecting databases.</a:t>
            </a:r>
          </a:p>
          <a:p>
            <a:endParaRPr lang="en-US" dirty="0"/>
          </a:p>
        </p:txBody>
      </p:sp>
      <p:sp>
        <p:nvSpPr>
          <p:cNvPr id="6" name="Text Placeholder 5">
            <a:extLst>
              <a:ext uri="{FF2B5EF4-FFF2-40B4-BE49-F238E27FC236}">
                <a16:creationId xmlns:a16="http://schemas.microsoft.com/office/drawing/2014/main" id="{110D97F8-9E16-585A-8C15-EFB1D9610FF5}"/>
              </a:ext>
            </a:extLst>
          </p:cNvPr>
          <p:cNvSpPr>
            <a:spLocks noGrp="1"/>
          </p:cNvSpPr>
          <p:nvPr>
            <p:ph type="body" sz="quarter" idx="13"/>
          </p:nvPr>
        </p:nvSpPr>
        <p:spPr/>
        <p:txBody>
          <a:bodyPr/>
          <a:lstStyle/>
          <a:p>
            <a:r>
              <a:rPr lang="en-US" dirty="0"/>
              <a:t>Working Together</a:t>
            </a:r>
          </a:p>
        </p:txBody>
      </p:sp>
      <p:sp>
        <p:nvSpPr>
          <p:cNvPr id="9" name="Text Placeholder 8">
            <a:extLst>
              <a:ext uri="{FF2B5EF4-FFF2-40B4-BE49-F238E27FC236}">
                <a16:creationId xmlns:a16="http://schemas.microsoft.com/office/drawing/2014/main" id="{51737BC5-8F4C-ECD3-E845-C1DC4833542A}"/>
              </a:ext>
            </a:extLst>
          </p:cNvPr>
          <p:cNvSpPr>
            <a:spLocks noGrp="1"/>
          </p:cNvSpPr>
          <p:nvPr>
            <p:ph type="body" sz="half" idx="17"/>
          </p:nvPr>
        </p:nvSpPr>
        <p:spPr/>
        <p:txBody>
          <a:bodyPr/>
          <a:lstStyle/>
          <a:p>
            <a:pPr lvl="0"/>
            <a:r>
              <a:rPr lang="en-US" b="1" dirty="0"/>
              <a:t>MySQL:</a:t>
            </a:r>
            <a:r>
              <a:rPr lang="en-US" dirty="0"/>
              <a:t> Stores normalized customer and order data.</a:t>
            </a:r>
          </a:p>
          <a:p>
            <a:pPr lvl="0"/>
            <a:r>
              <a:rPr lang="en-US" b="1" dirty="0"/>
              <a:t>MongoDB:</a:t>
            </a:r>
            <a:r>
              <a:rPr lang="en-US" dirty="0"/>
              <a:t> Stores flexible product information.</a:t>
            </a:r>
          </a:p>
          <a:p>
            <a:pPr lvl="0"/>
            <a:r>
              <a:rPr lang="en-US" b="1" dirty="0"/>
              <a:t>Redis:</a:t>
            </a:r>
            <a:r>
              <a:rPr lang="en-US" dirty="0"/>
              <a:t> Caches frequently accessed data.</a:t>
            </a:r>
          </a:p>
          <a:p>
            <a:endParaRPr lang="en-US" dirty="0"/>
          </a:p>
        </p:txBody>
      </p:sp>
    </p:spTree>
    <p:extLst>
      <p:ext uri="{BB962C8B-B14F-4D97-AF65-F5344CB8AC3E}">
        <p14:creationId xmlns:p14="http://schemas.microsoft.com/office/powerpoint/2010/main" val="3938013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DB3C0-9C4F-40A6-EC2E-A74280EF3CC6}"/>
              </a:ext>
            </a:extLst>
          </p:cNvPr>
          <p:cNvSpPr>
            <a:spLocks noGrp="1"/>
          </p:cNvSpPr>
          <p:nvPr>
            <p:ph type="title"/>
          </p:nvPr>
        </p:nvSpPr>
        <p:spPr>
          <a:xfrm>
            <a:off x="646111" y="452718"/>
            <a:ext cx="9404723" cy="1400530"/>
          </a:xfrm>
        </p:spPr>
        <p:txBody>
          <a:bodyPr>
            <a:normAutofit/>
          </a:bodyPr>
          <a:lstStyle/>
          <a:p>
            <a:r>
              <a:rPr lang="en-US" dirty="0"/>
              <a:t>Importance in Modern Software Development</a:t>
            </a:r>
          </a:p>
        </p:txBody>
      </p:sp>
      <p:graphicFrame>
        <p:nvGraphicFramePr>
          <p:cNvPr id="5" name="Content Placeholder 2">
            <a:extLst>
              <a:ext uri="{FF2B5EF4-FFF2-40B4-BE49-F238E27FC236}">
                <a16:creationId xmlns:a16="http://schemas.microsoft.com/office/drawing/2014/main" id="{C7084F0D-15B9-DA8F-A181-BA96B6A3D040}"/>
              </a:ext>
            </a:extLst>
          </p:cNvPr>
          <p:cNvGraphicFramePr>
            <a:graphicFrameLocks noGrp="1"/>
          </p:cNvGraphicFramePr>
          <p:nvPr>
            <p:ph idx="1"/>
            <p:extLst>
              <p:ext uri="{D42A27DB-BD31-4B8C-83A1-F6EECF244321}">
                <p14:modId xmlns:p14="http://schemas.microsoft.com/office/powerpoint/2010/main" val="3953016471"/>
              </p:ext>
            </p:extLst>
          </p:nvPr>
        </p:nvGraphicFramePr>
        <p:xfrm>
          <a:off x="646111" y="2237362"/>
          <a:ext cx="9404352" cy="404670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14168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F57B-7437-BCF7-8D0A-4A4E0C730DB0}"/>
              </a:ext>
            </a:extLst>
          </p:cNvPr>
          <p:cNvSpPr>
            <a:spLocks noGrp="1"/>
          </p:cNvSpPr>
          <p:nvPr>
            <p:ph type="title"/>
          </p:nvPr>
        </p:nvSpPr>
        <p:spPr/>
        <p:txBody>
          <a:bodyPr/>
          <a:lstStyle/>
          <a:p>
            <a:r>
              <a:rPr lang="en-US" dirty="0"/>
              <a:t>Future Trends in Database Management</a:t>
            </a:r>
          </a:p>
        </p:txBody>
      </p:sp>
      <p:sp>
        <p:nvSpPr>
          <p:cNvPr id="3" name="Content Placeholder 2">
            <a:extLst>
              <a:ext uri="{FF2B5EF4-FFF2-40B4-BE49-F238E27FC236}">
                <a16:creationId xmlns:a16="http://schemas.microsoft.com/office/drawing/2014/main" id="{0608640A-8E34-5984-A328-85B1F4DA4668}"/>
              </a:ext>
            </a:extLst>
          </p:cNvPr>
          <p:cNvSpPr>
            <a:spLocks noGrp="1"/>
          </p:cNvSpPr>
          <p:nvPr>
            <p:ph idx="1"/>
          </p:nvPr>
        </p:nvSpPr>
        <p:spPr/>
        <p:txBody>
          <a:bodyPr>
            <a:normAutofit lnSpcReduction="10000"/>
          </a:bodyPr>
          <a:lstStyle/>
          <a:p>
            <a:r>
              <a:rPr lang="en-US" dirty="0"/>
              <a:t>Cloud-Managed Databases: Cloud platforms simplify database deployment, backups, and infrastructure management.</a:t>
            </a:r>
          </a:p>
          <a:p>
            <a:r>
              <a:rPr lang="en-US" dirty="0"/>
              <a:t>Distributed Database Systems: Applications increasingly distribute data across servers and geographic locations.</a:t>
            </a:r>
          </a:p>
          <a:p>
            <a:r>
              <a:rPr lang="en-US" dirty="0"/>
              <a:t>Specialized Database Technologies: Developers can select database systems designed for specific workloads.</a:t>
            </a:r>
          </a:p>
          <a:p>
            <a:r>
              <a:rPr lang="en-US" dirty="0"/>
              <a:t>Automation and Monitoring: Automated tools help identify performance issues and support database maintenance.</a:t>
            </a:r>
          </a:p>
          <a:p>
            <a:r>
              <a:rPr lang="en-US" dirty="0"/>
              <a:t>Data Integration: Applications require reliable ways to share information across different databases.</a:t>
            </a:r>
          </a:p>
          <a:p>
            <a:r>
              <a:rPr lang="en-US" dirty="0"/>
              <a:t>Hybrid Architectures: Organizations may combine relational, NoSQL, cloud, and on-premises database systems.</a:t>
            </a:r>
          </a:p>
          <a:p>
            <a:endParaRPr lang="en-US" dirty="0"/>
          </a:p>
        </p:txBody>
      </p:sp>
    </p:spTree>
    <p:extLst>
      <p:ext uri="{BB962C8B-B14F-4D97-AF65-F5344CB8AC3E}">
        <p14:creationId xmlns:p14="http://schemas.microsoft.com/office/powerpoint/2010/main" val="4049642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E0DF4-6C93-1D05-6829-05512FF9A13D}"/>
              </a:ext>
            </a:extLst>
          </p:cNvPr>
          <p:cNvSpPr>
            <a:spLocks noGrp="1"/>
          </p:cNvSpPr>
          <p:nvPr>
            <p:ph type="title"/>
          </p:nvPr>
        </p:nvSpPr>
        <p:spPr>
          <a:xfrm>
            <a:off x="646112" y="452718"/>
            <a:ext cx="7383464" cy="852207"/>
          </a:xfrm>
        </p:spPr>
        <p:txBody>
          <a:bodyPr/>
          <a:lstStyle/>
          <a:p>
            <a:r>
              <a:rPr lang="en-US" sz="2000" dirty="0"/>
              <a:t>When Should Developers Use Each Approach</a:t>
            </a:r>
          </a:p>
        </p:txBody>
      </p:sp>
      <p:sp>
        <p:nvSpPr>
          <p:cNvPr id="4" name="Text Placeholder 3">
            <a:extLst>
              <a:ext uri="{FF2B5EF4-FFF2-40B4-BE49-F238E27FC236}">
                <a16:creationId xmlns:a16="http://schemas.microsoft.com/office/drawing/2014/main" id="{9C49DF2F-3284-E1B5-2133-308E8CB4B993}"/>
              </a:ext>
            </a:extLst>
          </p:cNvPr>
          <p:cNvSpPr>
            <a:spLocks noGrp="1"/>
          </p:cNvSpPr>
          <p:nvPr>
            <p:ph type="body" idx="1"/>
          </p:nvPr>
        </p:nvSpPr>
        <p:spPr>
          <a:xfrm>
            <a:off x="643571" y="1457325"/>
            <a:ext cx="2936242" cy="1100137"/>
          </a:xfrm>
        </p:spPr>
        <p:txBody>
          <a:bodyPr/>
          <a:lstStyle/>
          <a:p>
            <a:r>
              <a:rPr lang="en-US" dirty="0"/>
              <a:t>Use Database Decomposition When:</a:t>
            </a:r>
          </a:p>
        </p:txBody>
      </p:sp>
      <p:sp>
        <p:nvSpPr>
          <p:cNvPr id="7" name="Text Placeholder 6">
            <a:extLst>
              <a:ext uri="{FF2B5EF4-FFF2-40B4-BE49-F238E27FC236}">
                <a16:creationId xmlns:a16="http://schemas.microsoft.com/office/drawing/2014/main" id="{21269D56-01EE-C1C1-3499-6F7326D3291D}"/>
              </a:ext>
            </a:extLst>
          </p:cNvPr>
          <p:cNvSpPr>
            <a:spLocks noGrp="1"/>
          </p:cNvSpPr>
          <p:nvPr>
            <p:ph type="body" sz="half" idx="15"/>
          </p:nvPr>
        </p:nvSpPr>
        <p:spPr/>
        <p:txBody>
          <a:bodyPr/>
          <a:lstStyle/>
          <a:p>
            <a:r>
              <a:rPr lang="en-US" dirty="0"/>
              <a:t>A relational database contains unnecessary duplicate information.</a:t>
            </a:r>
          </a:p>
          <a:p>
            <a:r>
              <a:rPr lang="en-US" dirty="0"/>
              <a:t>Insertions, updates, or deletions create data anomalies.</a:t>
            </a:r>
          </a:p>
          <a:p>
            <a:r>
              <a:rPr lang="en-US" dirty="0"/>
              <a:t>Data integrity and well-defined relationships are important.</a:t>
            </a:r>
          </a:p>
          <a:p>
            <a:r>
              <a:rPr lang="en-US" dirty="0"/>
              <a:t>A database needs a more maintainable relational structure.</a:t>
            </a:r>
          </a:p>
          <a:p>
            <a:endParaRPr lang="en-US" dirty="0"/>
          </a:p>
        </p:txBody>
      </p:sp>
      <p:sp>
        <p:nvSpPr>
          <p:cNvPr id="5" name="Text Placeholder 4">
            <a:extLst>
              <a:ext uri="{FF2B5EF4-FFF2-40B4-BE49-F238E27FC236}">
                <a16:creationId xmlns:a16="http://schemas.microsoft.com/office/drawing/2014/main" id="{B7AD448B-3130-162F-4799-9FEBA9E2C45D}"/>
              </a:ext>
            </a:extLst>
          </p:cNvPr>
          <p:cNvSpPr>
            <a:spLocks noGrp="1"/>
          </p:cNvSpPr>
          <p:nvPr>
            <p:ph type="body" sz="quarter" idx="3"/>
          </p:nvPr>
        </p:nvSpPr>
        <p:spPr>
          <a:xfrm>
            <a:off x="3771901" y="1457325"/>
            <a:ext cx="3048000" cy="1100137"/>
          </a:xfrm>
        </p:spPr>
        <p:txBody>
          <a:bodyPr/>
          <a:lstStyle/>
          <a:p>
            <a:r>
              <a:rPr lang="en-US" dirty="0"/>
              <a:t>Consider Polyglot Persistence When:</a:t>
            </a:r>
          </a:p>
        </p:txBody>
      </p:sp>
      <p:sp>
        <p:nvSpPr>
          <p:cNvPr id="8" name="Text Placeholder 7">
            <a:extLst>
              <a:ext uri="{FF2B5EF4-FFF2-40B4-BE49-F238E27FC236}">
                <a16:creationId xmlns:a16="http://schemas.microsoft.com/office/drawing/2014/main" id="{95851E61-827B-FF01-F605-EBFD7E740905}"/>
              </a:ext>
            </a:extLst>
          </p:cNvPr>
          <p:cNvSpPr>
            <a:spLocks noGrp="1"/>
          </p:cNvSpPr>
          <p:nvPr>
            <p:ph type="body" sz="half" idx="16"/>
          </p:nvPr>
        </p:nvSpPr>
        <p:spPr/>
        <p:txBody>
          <a:bodyPr/>
          <a:lstStyle/>
          <a:p>
            <a:r>
              <a:rPr lang="en-US" dirty="0"/>
              <a:t>Different workloads have substantially different storage requirements.</a:t>
            </a:r>
          </a:p>
          <a:p>
            <a:r>
              <a:rPr lang="en-US" dirty="0"/>
              <a:t>Specialized database systems offer meaningful performance or functionality benefits.</a:t>
            </a:r>
          </a:p>
          <a:p>
            <a:r>
              <a:rPr lang="en-US" dirty="0"/>
              <a:t>Independent application services require different data models.</a:t>
            </a:r>
          </a:p>
          <a:p>
            <a:r>
              <a:rPr lang="en-US" dirty="0"/>
              <a:t>The benefits of multiple databases justify the operational complexity.</a:t>
            </a:r>
          </a:p>
          <a:p>
            <a:endParaRPr lang="en-US" dirty="0"/>
          </a:p>
        </p:txBody>
      </p:sp>
      <p:sp>
        <p:nvSpPr>
          <p:cNvPr id="6" name="Text Placeholder 5">
            <a:extLst>
              <a:ext uri="{FF2B5EF4-FFF2-40B4-BE49-F238E27FC236}">
                <a16:creationId xmlns:a16="http://schemas.microsoft.com/office/drawing/2014/main" id="{580FDD3B-4CA3-BDC3-74C4-2B830397B726}"/>
              </a:ext>
            </a:extLst>
          </p:cNvPr>
          <p:cNvSpPr>
            <a:spLocks noGrp="1"/>
          </p:cNvSpPr>
          <p:nvPr>
            <p:ph type="body" sz="quarter" idx="13"/>
          </p:nvPr>
        </p:nvSpPr>
        <p:spPr>
          <a:xfrm>
            <a:off x="7124700" y="1705255"/>
            <a:ext cx="2932113" cy="852207"/>
          </a:xfrm>
        </p:spPr>
        <p:txBody>
          <a:bodyPr/>
          <a:lstStyle/>
          <a:p>
            <a:r>
              <a:rPr lang="en-US" dirty="0"/>
              <a:t>When Is One Database Enough?</a:t>
            </a:r>
          </a:p>
        </p:txBody>
      </p:sp>
      <p:sp>
        <p:nvSpPr>
          <p:cNvPr id="9" name="Text Placeholder 8">
            <a:extLst>
              <a:ext uri="{FF2B5EF4-FFF2-40B4-BE49-F238E27FC236}">
                <a16:creationId xmlns:a16="http://schemas.microsoft.com/office/drawing/2014/main" id="{B1374A7B-272B-AFD3-78AD-4987C2A1AC21}"/>
              </a:ext>
            </a:extLst>
          </p:cNvPr>
          <p:cNvSpPr>
            <a:spLocks noGrp="1"/>
          </p:cNvSpPr>
          <p:nvPr>
            <p:ph type="body" sz="half" idx="17"/>
          </p:nvPr>
        </p:nvSpPr>
        <p:spPr/>
        <p:txBody>
          <a:bodyPr/>
          <a:lstStyle/>
          <a:p>
            <a:r>
              <a:rPr lang="en-US" dirty="0"/>
              <a:t>A single relational database meets the application's performance and data requirements.</a:t>
            </a:r>
          </a:p>
          <a:p>
            <a:r>
              <a:rPr lang="en-US" dirty="0"/>
              <a:t>Simplicity, centralized management, and strong transactional consistency are priorities.</a:t>
            </a:r>
          </a:p>
          <a:p>
            <a:endParaRPr lang="en-US" dirty="0"/>
          </a:p>
        </p:txBody>
      </p:sp>
    </p:spTree>
    <p:extLst>
      <p:ext uri="{BB962C8B-B14F-4D97-AF65-F5344CB8AC3E}">
        <p14:creationId xmlns:p14="http://schemas.microsoft.com/office/powerpoint/2010/main" val="4043222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E58A9-CFA2-D8F8-D68B-6E9902388830}"/>
              </a:ext>
            </a:extLst>
          </p:cNvPr>
          <p:cNvSpPr>
            <a:spLocks noGrp="1"/>
          </p:cNvSpPr>
          <p:nvPr>
            <p:ph type="title"/>
          </p:nvPr>
        </p:nvSpPr>
        <p:spPr/>
        <p:txBody>
          <a:bodyPr/>
          <a:lstStyle/>
          <a:p>
            <a:r>
              <a:rPr lang="en-US" dirty="0"/>
              <a:t>Conclusion and Key Takeaways</a:t>
            </a:r>
          </a:p>
        </p:txBody>
      </p:sp>
      <p:graphicFrame>
        <p:nvGraphicFramePr>
          <p:cNvPr id="7" name="Content Placeholder 3">
            <a:extLst>
              <a:ext uri="{FF2B5EF4-FFF2-40B4-BE49-F238E27FC236}">
                <a16:creationId xmlns:a16="http://schemas.microsoft.com/office/drawing/2014/main" id="{61C9A905-43E6-4F48-7557-78590704C539}"/>
              </a:ext>
            </a:extLst>
          </p:cNvPr>
          <p:cNvGraphicFramePr>
            <a:graphicFrameLocks noGrp="1"/>
          </p:cNvGraphicFramePr>
          <p:nvPr>
            <p:ph sz="half" idx="1"/>
            <p:extLst>
              <p:ext uri="{D42A27DB-BD31-4B8C-83A1-F6EECF244321}">
                <p14:modId xmlns:p14="http://schemas.microsoft.com/office/powerpoint/2010/main" val="1887189332"/>
              </p:ext>
            </p:extLst>
          </p:nvPr>
        </p:nvGraphicFramePr>
        <p:xfrm>
          <a:off x="1103313" y="2060575"/>
          <a:ext cx="4395787" cy="4195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a:extLst>
              <a:ext uri="{FF2B5EF4-FFF2-40B4-BE49-F238E27FC236}">
                <a16:creationId xmlns:a16="http://schemas.microsoft.com/office/drawing/2014/main" id="{7EAFC6B4-2239-5C25-B27D-4095DC7B27E2}"/>
              </a:ext>
            </a:extLst>
          </p:cNvPr>
          <p:cNvSpPr>
            <a:spLocks noGrp="1"/>
          </p:cNvSpPr>
          <p:nvPr>
            <p:ph sz="half" idx="2"/>
          </p:nvPr>
        </p:nvSpPr>
        <p:spPr/>
        <p:txBody>
          <a:bodyPr>
            <a:normAutofit/>
          </a:bodyPr>
          <a:lstStyle/>
          <a:p>
            <a:pPr>
              <a:buNone/>
            </a:pPr>
            <a:r>
              <a:rPr lang="en-US" b="1" dirty="0"/>
              <a:t>What I Learned</a:t>
            </a:r>
            <a:endParaRPr lang="en-US" dirty="0"/>
          </a:p>
          <a:p>
            <a:r>
              <a:rPr lang="en-US" dirty="0"/>
              <a:t>Researching these topics helped me better understand how database organization and technology choices affect software development. I learned that both approaches solve different problems but can work together to support modern applications.</a:t>
            </a:r>
          </a:p>
          <a:p>
            <a:endParaRPr lang="en-US" dirty="0"/>
          </a:p>
        </p:txBody>
      </p:sp>
    </p:spTree>
    <p:extLst>
      <p:ext uri="{BB962C8B-B14F-4D97-AF65-F5344CB8AC3E}">
        <p14:creationId xmlns:p14="http://schemas.microsoft.com/office/powerpoint/2010/main" val="21178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1D6977-880A-1CCA-AFCF-FDCA385759EC}"/>
              </a:ext>
            </a:extLst>
          </p:cNvPr>
          <p:cNvSpPr>
            <a:spLocks noGrp="1"/>
          </p:cNvSpPr>
          <p:nvPr>
            <p:ph type="title"/>
          </p:nvPr>
        </p:nvSpPr>
        <p:spPr>
          <a:xfrm>
            <a:off x="648930" y="629266"/>
            <a:ext cx="6188190" cy="1622321"/>
          </a:xfrm>
        </p:spPr>
        <p:txBody>
          <a:bodyPr>
            <a:normAutofit/>
          </a:bodyPr>
          <a:lstStyle/>
          <a:p>
            <a:r>
              <a:rPr lang="en-US" dirty="0"/>
              <a:t>References</a:t>
            </a:r>
            <a:endParaRPr lang="en-US" dirty="0">
              <a:solidFill>
                <a:srgbClr val="EBEBEB"/>
              </a:solidFill>
            </a:endParaRPr>
          </a:p>
        </p:txBody>
      </p:sp>
      <p:sp>
        <p:nvSpPr>
          <p:cNvPr id="3" name="Content Placeholder 2">
            <a:extLst>
              <a:ext uri="{FF2B5EF4-FFF2-40B4-BE49-F238E27FC236}">
                <a16:creationId xmlns:a16="http://schemas.microsoft.com/office/drawing/2014/main" id="{93E6D81A-6586-CE1A-72EA-9A4A591CAC49}"/>
              </a:ext>
            </a:extLst>
          </p:cNvPr>
          <p:cNvSpPr>
            <a:spLocks noGrp="1"/>
          </p:cNvSpPr>
          <p:nvPr>
            <p:ph idx="1"/>
          </p:nvPr>
        </p:nvSpPr>
        <p:spPr>
          <a:xfrm>
            <a:off x="648930" y="2438400"/>
            <a:ext cx="6188189" cy="3785419"/>
          </a:xfrm>
        </p:spPr>
        <p:txBody>
          <a:bodyPr>
            <a:normAutofit fontScale="92500" lnSpcReduction="10000"/>
          </a:bodyPr>
          <a:lstStyle/>
          <a:p>
            <a:r>
              <a:rPr lang="en-US" sz="1400" dirty="0"/>
              <a:t>Fowler, M. (2011, November 16). </a:t>
            </a:r>
            <a:r>
              <a:rPr lang="en-US" sz="1400" i="1" dirty="0"/>
              <a:t>Polyglot persistence</a:t>
            </a:r>
            <a:r>
              <a:rPr lang="en-US" sz="1400" dirty="0"/>
              <a:t>. </a:t>
            </a:r>
            <a:r>
              <a:rPr lang="en-US" sz="1400" dirty="0">
                <a:hlinkClick r:id="rId4"/>
              </a:rPr>
              <a:t>https://martinfowler.com/bliki/PolyglotPersistence.html</a:t>
            </a:r>
            <a:endParaRPr lang="en-US" sz="1400" dirty="0"/>
          </a:p>
          <a:p>
            <a:r>
              <a:rPr lang="en-US" sz="1400" dirty="0"/>
              <a:t>Microsoft. (n.d.). </a:t>
            </a:r>
            <a:r>
              <a:rPr lang="en-US" sz="1400" i="1" dirty="0"/>
              <a:t>Description of the database normalization basics</a:t>
            </a:r>
            <a:r>
              <a:rPr lang="en-US" sz="1400" dirty="0"/>
              <a:t>. Microsoft Learn. </a:t>
            </a:r>
            <a:r>
              <a:rPr lang="en-US" sz="1400" dirty="0">
                <a:hlinkClick r:id="rId5"/>
              </a:rPr>
              <a:t>https://learn.microsoft.com/en-us/troubleshoot/microsoft-365-apps/access/database-normalization-description</a:t>
            </a:r>
            <a:endParaRPr lang="en-US" sz="1400" dirty="0"/>
          </a:p>
          <a:p>
            <a:r>
              <a:rPr lang="en-US" sz="1400" dirty="0"/>
              <a:t>Microsoft. (n.d.). </a:t>
            </a:r>
            <a:r>
              <a:rPr lang="en-US" sz="1400" i="1" dirty="0"/>
              <a:t>Data considerations for microservices</a:t>
            </a:r>
            <a:r>
              <a:rPr lang="en-US" sz="1400" dirty="0"/>
              <a:t>. Microsoft Learn. </a:t>
            </a:r>
            <a:r>
              <a:rPr lang="en-US" sz="1400" dirty="0">
                <a:hlinkClick r:id="rId6"/>
              </a:rPr>
              <a:t>https://learn.microsoft.com/en-us/azure/architecture/microservices/design/data-considerations</a:t>
            </a:r>
            <a:endParaRPr lang="en-US" sz="1400" dirty="0"/>
          </a:p>
          <a:p>
            <a:r>
              <a:rPr lang="en-US" sz="1400" dirty="0"/>
              <a:t>MongoDB. (n.d.). </a:t>
            </a:r>
            <a:r>
              <a:rPr lang="en-US" sz="1400" i="1" dirty="0"/>
              <a:t>Data modeling concepts with MongoDB</a:t>
            </a:r>
            <a:r>
              <a:rPr lang="en-US" sz="1400" dirty="0"/>
              <a:t>. </a:t>
            </a:r>
            <a:r>
              <a:rPr lang="en-US" sz="1400" dirty="0">
                <a:hlinkClick r:id="rId7"/>
              </a:rPr>
              <a:t>https://www.mongodb.com/resources/basics/databases/data-modeling</a:t>
            </a:r>
            <a:endParaRPr lang="en-US" sz="1400" dirty="0"/>
          </a:p>
          <a:p>
            <a:r>
              <a:rPr lang="en-US" sz="1400" dirty="0"/>
              <a:t>Oracle. (n.d.). </a:t>
            </a:r>
            <a:r>
              <a:rPr lang="en-US" sz="1400" i="1" dirty="0"/>
              <a:t>MySQL glossary</a:t>
            </a:r>
            <a:r>
              <a:rPr lang="en-US" sz="1400" dirty="0"/>
              <a:t>. MySQL 8.4 Reference Manual. </a:t>
            </a:r>
            <a:r>
              <a:rPr lang="en-US" sz="1400" dirty="0">
                <a:hlinkClick r:id="rId8"/>
              </a:rPr>
              <a:t>https://dev.mysql.com/doc/refman/8.4/en/glossary.html</a:t>
            </a:r>
            <a:endParaRPr lang="en-US" sz="1400" dirty="0"/>
          </a:p>
          <a:p>
            <a:r>
              <a:rPr lang="en-US" sz="1400" dirty="0"/>
              <a:t>Redis. (n.d.). </a:t>
            </a:r>
            <a:r>
              <a:rPr lang="en-US" sz="1400" i="1" dirty="0"/>
              <a:t>Redis use cases</a:t>
            </a:r>
            <a:r>
              <a:rPr lang="en-US" sz="1400" dirty="0"/>
              <a:t>. </a:t>
            </a:r>
            <a:r>
              <a:rPr lang="en-US" sz="1400" dirty="0">
                <a:hlinkClick r:id="rId9"/>
              </a:rPr>
              <a:t>https://redis.io/docs/latest/develop/use-cases/</a:t>
            </a:r>
            <a:endParaRPr lang="en-US" sz="1400" dirty="0"/>
          </a:p>
          <a:p>
            <a:pPr>
              <a:lnSpc>
                <a:spcPct val="90000"/>
              </a:lnSpc>
            </a:pPr>
            <a:endParaRPr lang="en-US" sz="1300" dirty="0">
              <a:solidFill>
                <a:srgbClr val="FFFFFF"/>
              </a:solidFill>
            </a:endParaRP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Green dialogue boxes">
            <a:extLst>
              <a:ext uri="{FF2B5EF4-FFF2-40B4-BE49-F238E27FC236}">
                <a16:creationId xmlns:a16="http://schemas.microsoft.com/office/drawing/2014/main" id="{AE8B1EA6-F0EA-1F1D-E1FB-86F1FBC5C61A}"/>
              </a:ext>
            </a:extLst>
          </p:cNvPr>
          <p:cNvPicPr>
            <a:picLocks noChangeAspect="1"/>
          </p:cNvPicPr>
          <p:nvPr/>
        </p:nvPicPr>
        <p:blipFill>
          <a:blip r:embed="rId10"/>
          <a:srcRect l="16961" r="22791" b="2"/>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18092833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847450c-4365-4e32-b26e-b73baa0ea04b}" enabled="0" method="" siteId="{9847450c-4365-4e32-b26e-b73baa0ea04b}" removed="1"/>
</clbl:labelList>
</file>

<file path=docProps/app.xml><?xml version="1.0" encoding="utf-8"?>
<Properties xmlns="http://schemas.openxmlformats.org/officeDocument/2006/extended-properties" xmlns:vt="http://schemas.openxmlformats.org/officeDocument/2006/docPropsVTypes">
  <Template/>
  <TotalTime>115</TotalTime>
  <Words>3934</Words>
  <Application>Microsoft Office PowerPoint</Application>
  <PresentationFormat>Widescreen</PresentationFormat>
  <Paragraphs>344</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Arial</vt:lpstr>
      <vt:lpstr>Century Gothic</vt:lpstr>
      <vt:lpstr>Wingdings 3</vt:lpstr>
      <vt:lpstr>Ion</vt:lpstr>
      <vt:lpstr> Database Decomposition &amp; Polyglot Persistence</vt:lpstr>
      <vt:lpstr>Why Database Design Matters</vt:lpstr>
      <vt:lpstr>What Is Database Decomposition? </vt:lpstr>
      <vt:lpstr>Why Do We Use Database Decomposition?</vt:lpstr>
      <vt:lpstr>Understanding Database Normalization</vt:lpstr>
      <vt:lpstr>Database Decomposition Example</vt:lpstr>
      <vt:lpstr>Primary Keys, Foreign Keys, and Relationships</vt:lpstr>
      <vt:lpstr>SQL Example: Joining Decomposed Tables</vt:lpstr>
      <vt:lpstr>Advantages and Disadvantages of Database Decomposition</vt:lpstr>
      <vt:lpstr>What Is Polyglot Persistence?</vt:lpstr>
      <vt:lpstr>Polyglot Persistence Architecture</vt:lpstr>
      <vt:lpstr>Why Do We Use Polyglot Persistence?</vt:lpstr>
      <vt:lpstr>Types of Databases: SQL vs. NoSQL</vt:lpstr>
      <vt:lpstr>Real-World Example of Polyglot Persistence</vt:lpstr>
      <vt:lpstr>Advantages and Disadvantages of Polyglot Persistence</vt:lpstr>
      <vt:lpstr>Data Consistency and Synchronization</vt:lpstr>
      <vt:lpstr>How the Two Concepts Work Together</vt:lpstr>
      <vt:lpstr>Importance in Modern Software Development</vt:lpstr>
      <vt:lpstr>Future Trends in Database Management</vt:lpstr>
      <vt:lpstr>When Should Developers Use Each Approach</vt:lpstr>
      <vt:lpstr>Conclusion and Key Takeaways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Kutera, Evan J</dc:creator>
  <cp:lastModifiedBy>Kutera, Evan J</cp:lastModifiedBy>
  <cp:revision>1</cp:revision>
  <dcterms:created xsi:type="dcterms:W3CDTF">2026-10-10T17:33:18Z</dcterms:created>
  <dcterms:modified xsi:type="dcterms:W3CDTF">2026-10-22T12:18:20Z</dcterms:modified>
</cp:coreProperties>
</file>